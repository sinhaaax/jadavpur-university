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4" r:id="rId4"/>
  </p:sldMasterIdLst>
  <p:notesMasterIdLst>
    <p:notesMasterId r:id="rId37"/>
  </p:notesMasterIdLst>
  <p:handoutMasterIdLst>
    <p:handoutMasterId r:id="rId38"/>
  </p:handoutMasterIdLst>
  <p:sldIdLst>
    <p:sldId id="286" r:id="rId5"/>
    <p:sldId id="287" r:id="rId6"/>
    <p:sldId id="315" r:id="rId7"/>
    <p:sldId id="289" r:id="rId8"/>
    <p:sldId id="259" r:id="rId9"/>
    <p:sldId id="288" r:id="rId10"/>
    <p:sldId id="290" r:id="rId11"/>
    <p:sldId id="312" r:id="rId12"/>
    <p:sldId id="293" r:id="rId13"/>
    <p:sldId id="314" r:id="rId14"/>
    <p:sldId id="316" r:id="rId15"/>
    <p:sldId id="321" r:id="rId16"/>
    <p:sldId id="313" r:id="rId17"/>
    <p:sldId id="305" r:id="rId18"/>
    <p:sldId id="306" r:id="rId19"/>
    <p:sldId id="307" r:id="rId20"/>
    <p:sldId id="296" r:id="rId21"/>
    <p:sldId id="308" r:id="rId22"/>
    <p:sldId id="309" r:id="rId23"/>
    <p:sldId id="317" r:id="rId24"/>
    <p:sldId id="319" r:id="rId25"/>
    <p:sldId id="318" r:id="rId26"/>
    <p:sldId id="320" r:id="rId27"/>
    <p:sldId id="297" r:id="rId28"/>
    <p:sldId id="299" r:id="rId29"/>
    <p:sldId id="311" r:id="rId30"/>
    <p:sldId id="301" r:id="rId31"/>
    <p:sldId id="302" r:id="rId32"/>
    <p:sldId id="310" r:id="rId33"/>
    <p:sldId id="300" r:id="rId34"/>
    <p:sldId id="268" r:id="rId35"/>
    <p:sldId id="298"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9FE4"/>
    <a:srgbClr val="DE3A8C"/>
    <a:srgbClr val="3D22E2"/>
    <a:srgbClr val="FEF4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DBED569-4797-4DF1-A0F4-6AAB3CD982D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28" autoAdjust="0"/>
    <p:restoredTop sz="94648" autoAdjust="0"/>
  </p:normalViewPr>
  <p:slideViewPr>
    <p:cSldViewPr snapToGrid="0">
      <p:cViewPr varScale="1">
        <p:scale>
          <a:sx n="84" d="100"/>
          <a:sy n="84" d="100"/>
        </p:scale>
        <p:origin x="566" y="72"/>
      </p:cViewPr>
      <p:guideLst>
        <p:guide orient="horz" pos="2160"/>
        <p:guide pos="3840"/>
      </p:guideLst>
    </p:cSldViewPr>
  </p:slideViewPr>
  <p:outlineViewPr>
    <p:cViewPr>
      <p:scale>
        <a:sx n="33" d="100"/>
        <a:sy n="33" d="100"/>
      </p:scale>
      <p:origin x="0" y="-7056"/>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D802E2C-B7D8-04C8-C240-1A3E4E91E1F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6171AFC-D318-FD5E-08E7-6BAF47EACD7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5CA9B3-7F4F-4A4D-9632-82479A1CD351}" type="datetimeFigureOut">
              <a:rPr lang="en-US" smtClean="0"/>
              <a:t>6/2/2026</a:t>
            </a:fld>
            <a:endParaRPr lang="en-US" dirty="0"/>
          </a:p>
        </p:txBody>
      </p:sp>
      <p:sp>
        <p:nvSpPr>
          <p:cNvPr id="4" name="Footer Placeholder 3">
            <a:extLst>
              <a:ext uri="{FF2B5EF4-FFF2-40B4-BE49-F238E27FC236}">
                <a16:creationId xmlns:a16="http://schemas.microsoft.com/office/drawing/2014/main" id="{9611FBEE-E86F-B722-5F1D-3ACBA8E486F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3672E68-1D54-CEDB-2E8C-3CA510A906C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05CF68-C9C2-4072-AAE6-9B71EFC0ED0B}" type="slidenum">
              <a:rPr lang="en-US" smtClean="0"/>
              <a:t>‹#›</a:t>
            </a:fld>
            <a:endParaRPr lang="en-US" dirty="0"/>
          </a:p>
        </p:txBody>
      </p:sp>
    </p:spTree>
    <p:extLst>
      <p:ext uri="{BB962C8B-B14F-4D97-AF65-F5344CB8AC3E}">
        <p14:creationId xmlns:p14="http://schemas.microsoft.com/office/powerpoint/2010/main" val="42902842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D7D6A3-58FC-498D-8FCC-F158510A9658}" type="datetimeFigureOut">
              <a:rPr lang="en-US" smtClean="0"/>
              <a:t>6/2/2026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ADD3C7-09A3-4FAE-BEB8-19FEF1926070}" type="slidenum">
              <a:rPr lang="en-US" smtClean="0"/>
              <a:t>‹#›</a:t>
            </a:fld>
            <a:endParaRPr lang="en-US" dirty="0"/>
          </a:p>
        </p:txBody>
      </p:sp>
    </p:spTree>
    <p:extLst>
      <p:ext uri="{BB962C8B-B14F-4D97-AF65-F5344CB8AC3E}">
        <p14:creationId xmlns:p14="http://schemas.microsoft.com/office/powerpoint/2010/main" val="1934263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CADD3C7-09A3-4FAE-BEB8-19FEF1926070}" type="slidenum">
              <a:rPr lang="en-US" smtClean="0"/>
              <a:t>2</a:t>
            </a:fld>
            <a:endParaRPr lang="en-US" dirty="0"/>
          </a:p>
        </p:txBody>
      </p:sp>
    </p:spTree>
    <p:extLst>
      <p:ext uri="{BB962C8B-B14F-4D97-AF65-F5344CB8AC3E}">
        <p14:creationId xmlns:p14="http://schemas.microsoft.com/office/powerpoint/2010/main" val="5014298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4A334-EDFD-547F-BA66-F1BC826BC6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1F110E-1CEC-AA03-6F93-F3C70B5FD5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5C080E-8FCF-4801-E830-3CA330877B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C3B4B1-4E6B-A3F3-9B21-BBDD5E40EFB6}"/>
              </a:ext>
            </a:extLst>
          </p:cNvPr>
          <p:cNvSpPr>
            <a:spLocks noGrp="1"/>
          </p:cNvSpPr>
          <p:nvPr>
            <p:ph type="sldNum" sz="quarter" idx="5"/>
          </p:nvPr>
        </p:nvSpPr>
        <p:spPr/>
        <p:txBody>
          <a:bodyPr/>
          <a:lstStyle/>
          <a:p>
            <a:fld id="{2CADD3C7-09A3-4FAE-BEB8-19FEF1926070}" type="slidenum">
              <a:rPr lang="en-US" smtClean="0"/>
              <a:t>3</a:t>
            </a:fld>
            <a:endParaRPr lang="en-US" dirty="0"/>
          </a:p>
        </p:txBody>
      </p:sp>
    </p:spTree>
    <p:extLst>
      <p:ext uri="{BB962C8B-B14F-4D97-AF65-F5344CB8AC3E}">
        <p14:creationId xmlns:p14="http://schemas.microsoft.com/office/powerpoint/2010/main" val="282708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ADD3C7-09A3-4FAE-BEB8-19FEF1926070}" type="slidenum">
              <a:rPr lang="en-US" smtClean="0"/>
              <a:t>5</a:t>
            </a:fld>
            <a:endParaRPr lang="en-US" dirty="0"/>
          </a:p>
        </p:txBody>
      </p:sp>
    </p:spTree>
    <p:extLst>
      <p:ext uri="{BB962C8B-B14F-4D97-AF65-F5344CB8AC3E}">
        <p14:creationId xmlns:p14="http://schemas.microsoft.com/office/powerpoint/2010/main" val="28728113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ADD3C7-09A3-4FAE-BEB8-19FEF1926070}" type="slidenum">
              <a:rPr lang="en-US" smtClean="0"/>
              <a:t>6</a:t>
            </a:fld>
            <a:endParaRPr lang="en-US" dirty="0"/>
          </a:p>
        </p:txBody>
      </p:sp>
    </p:spTree>
    <p:extLst>
      <p:ext uri="{BB962C8B-B14F-4D97-AF65-F5344CB8AC3E}">
        <p14:creationId xmlns:p14="http://schemas.microsoft.com/office/powerpoint/2010/main" val="28728113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ADD3C7-09A3-4FAE-BEB8-19FEF1926070}" type="slidenum">
              <a:rPr lang="en-US" smtClean="0"/>
              <a:t>7</a:t>
            </a:fld>
            <a:endParaRPr lang="en-US" dirty="0"/>
          </a:p>
        </p:txBody>
      </p:sp>
    </p:spTree>
    <p:extLst>
      <p:ext uri="{BB962C8B-B14F-4D97-AF65-F5344CB8AC3E}">
        <p14:creationId xmlns:p14="http://schemas.microsoft.com/office/powerpoint/2010/main" val="2872811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BFEB6-FF0D-2769-D445-7E239CD76A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D0BFCA-385C-31F1-CAA9-2BC1C03CEC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8A7467-ACB8-BF0A-1AB6-FAB9D5A274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F745CE-4641-E90C-1679-28458D585FC0}"/>
              </a:ext>
            </a:extLst>
          </p:cNvPr>
          <p:cNvSpPr>
            <a:spLocks noGrp="1"/>
          </p:cNvSpPr>
          <p:nvPr>
            <p:ph type="sldNum" sz="quarter" idx="5"/>
          </p:nvPr>
        </p:nvSpPr>
        <p:spPr/>
        <p:txBody>
          <a:bodyPr/>
          <a:lstStyle/>
          <a:p>
            <a:fld id="{2CADD3C7-09A3-4FAE-BEB8-19FEF1926070}" type="slidenum">
              <a:rPr lang="en-US" smtClean="0"/>
              <a:t>8</a:t>
            </a:fld>
            <a:endParaRPr lang="en-US" dirty="0"/>
          </a:p>
        </p:txBody>
      </p:sp>
    </p:spTree>
    <p:extLst>
      <p:ext uri="{BB962C8B-B14F-4D97-AF65-F5344CB8AC3E}">
        <p14:creationId xmlns:p14="http://schemas.microsoft.com/office/powerpoint/2010/main" val="1873004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CADD3C7-09A3-4FAE-BEB8-19FEF1926070}" type="slidenum">
              <a:rPr lang="en-US" smtClean="0"/>
              <a:t>9</a:t>
            </a:fld>
            <a:endParaRPr lang="en-US" dirty="0"/>
          </a:p>
        </p:txBody>
      </p:sp>
    </p:spTree>
    <p:extLst>
      <p:ext uri="{BB962C8B-B14F-4D97-AF65-F5344CB8AC3E}">
        <p14:creationId xmlns:p14="http://schemas.microsoft.com/office/powerpoint/2010/main" val="24917891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86350-BBD6-5BA7-1FDA-1F924CA0C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AF5C2-2DB1-903E-F18E-7BD61F572C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4ADD11-1D2A-24B0-405B-B00DDA62589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30770FA-ED76-8327-FC62-6F05E62D3839}"/>
              </a:ext>
            </a:extLst>
          </p:cNvPr>
          <p:cNvSpPr>
            <a:spLocks noGrp="1"/>
          </p:cNvSpPr>
          <p:nvPr>
            <p:ph type="sldNum" sz="quarter" idx="5"/>
          </p:nvPr>
        </p:nvSpPr>
        <p:spPr/>
        <p:txBody>
          <a:bodyPr/>
          <a:lstStyle/>
          <a:p>
            <a:fld id="{2CADD3C7-09A3-4FAE-BEB8-19FEF1926070}" type="slidenum">
              <a:rPr lang="en-US" smtClean="0"/>
              <a:t>10</a:t>
            </a:fld>
            <a:endParaRPr lang="en-US" dirty="0"/>
          </a:p>
        </p:txBody>
      </p:sp>
    </p:spTree>
    <p:extLst>
      <p:ext uri="{BB962C8B-B14F-4D97-AF65-F5344CB8AC3E}">
        <p14:creationId xmlns:p14="http://schemas.microsoft.com/office/powerpoint/2010/main" val="678797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58050-618D-8F80-7AF1-DE605ACA87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49C203-E47A-8668-7A2A-D7A5FD426D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FF0402-4C9F-F310-867D-029E8C35B5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BBBBB1-341C-1C16-174A-509C9A3FD90B}"/>
              </a:ext>
            </a:extLst>
          </p:cNvPr>
          <p:cNvSpPr>
            <a:spLocks noGrp="1"/>
          </p:cNvSpPr>
          <p:nvPr>
            <p:ph type="sldNum" sz="quarter" idx="5"/>
          </p:nvPr>
        </p:nvSpPr>
        <p:spPr/>
        <p:txBody>
          <a:bodyPr/>
          <a:lstStyle/>
          <a:p>
            <a:fld id="{2CADD3C7-09A3-4FAE-BEB8-19FEF1926070}" type="slidenum">
              <a:rPr lang="en-US" smtClean="0"/>
              <a:t>11</a:t>
            </a:fld>
            <a:endParaRPr lang="en-US" dirty="0"/>
          </a:p>
        </p:txBody>
      </p:sp>
    </p:spTree>
    <p:extLst>
      <p:ext uri="{BB962C8B-B14F-4D97-AF65-F5344CB8AC3E}">
        <p14:creationId xmlns:p14="http://schemas.microsoft.com/office/powerpoint/2010/main" val="34721743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CADD3C7-09A3-4FAE-BEB8-19FEF1926070}" type="slidenum">
              <a:rPr lang="en-US" smtClean="0"/>
              <a:t>12</a:t>
            </a:fld>
            <a:endParaRPr lang="en-US" dirty="0"/>
          </a:p>
        </p:txBody>
      </p:sp>
    </p:spTree>
    <p:extLst>
      <p:ext uri="{BB962C8B-B14F-4D97-AF65-F5344CB8AC3E}">
        <p14:creationId xmlns:p14="http://schemas.microsoft.com/office/powerpoint/2010/main" val="25265811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ADD3C7-09A3-4FAE-BEB8-19FEF1926070}" type="slidenum">
              <a:rPr lang="en-US" smtClean="0"/>
              <a:t>24</a:t>
            </a:fld>
            <a:endParaRPr lang="en-US" dirty="0"/>
          </a:p>
        </p:txBody>
      </p:sp>
    </p:spTree>
    <p:extLst>
      <p:ext uri="{BB962C8B-B14F-4D97-AF65-F5344CB8AC3E}">
        <p14:creationId xmlns:p14="http://schemas.microsoft.com/office/powerpoint/2010/main" val="28728113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8ABCA-6F1B-84E2-702E-A1151195C8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F25E80-1D10-1FB4-0E8F-328DDEDBC2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72FAC9-9B78-C746-080B-B146542C61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B02F21-9D46-71AC-B2BA-2A2D4222F660}"/>
              </a:ext>
            </a:extLst>
          </p:cNvPr>
          <p:cNvSpPr>
            <a:spLocks noGrp="1"/>
          </p:cNvSpPr>
          <p:nvPr>
            <p:ph type="sldNum" sz="quarter" idx="5"/>
          </p:nvPr>
        </p:nvSpPr>
        <p:spPr/>
        <p:txBody>
          <a:bodyPr/>
          <a:lstStyle/>
          <a:p>
            <a:fld id="{2CADD3C7-09A3-4FAE-BEB8-19FEF1926070}" type="slidenum">
              <a:rPr lang="en-US" smtClean="0"/>
              <a:t>25</a:t>
            </a:fld>
            <a:endParaRPr lang="en-US" dirty="0"/>
          </a:p>
        </p:txBody>
      </p:sp>
    </p:spTree>
    <p:extLst>
      <p:ext uri="{BB962C8B-B14F-4D97-AF65-F5344CB8AC3E}">
        <p14:creationId xmlns:p14="http://schemas.microsoft.com/office/powerpoint/2010/main" val="7495054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D22B4-50F8-0E7C-1232-DC1AB3BEA5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F581BE-A8F7-6D79-ACA6-5F7D427A03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B893C2-73B8-F86D-A92F-D7E99F7759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0081F5-21A7-6356-F486-789815C7A256}"/>
              </a:ext>
            </a:extLst>
          </p:cNvPr>
          <p:cNvSpPr>
            <a:spLocks noGrp="1"/>
          </p:cNvSpPr>
          <p:nvPr>
            <p:ph type="sldNum" sz="quarter" idx="5"/>
          </p:nvPr>
        </p:nvSpPr>
        <p:spPr/>
        <p:txBody>
          <a:bodyPr/>
          <a:lstStyle/>
          <a:p>
            <a:fld id="{2CADD3C7-09A3-4FAE-BEB8-19FEF1926070}" type="slidenum">
              <a:rPr lang="en-US" smtClean="0"/>
              <a:t>26</a:t>
            </a:fld>
            <a:endParaRPr lang="en-US" dirty="0"/>
          </a:p>
        </p:txBody>
      </p:sp>
    </p:spTree>
    <p:extLst>
      <p:ext uri="{BB962C8B-B14F-4D97-AF65-F5344CB8AC3E}">
        <p14:creationId xmlns:p14="http://schemas.microsoft.com/office/powerpoint/2010/main" val="35794342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AEE84-135C-D8C0-E392-7D13CD2700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A6CB7C-C963-9174-DB6B-7A9312B6CB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6B8CEB-89CF-8412-E3F1-732035C5DC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E6CEAE-8CD3-AA86-D787-2D8E892EE073}"/>
              </a:ext>
            </a:extLst>
          </p:cNvPr>
          <p:cNvSpPr>
            <a:spLocks noGrp="1"/>
          </p:cNvSpPr>
          <p:nvPr>
            <p:ph type="sldNum" sz="quarter" idx="5"/>
          </p:nvPr>
        </p:nvSpPr>
        <p:spPr/>
        <p:txBody>
          <a:bodyPr/>
          <a:lstStyle/>
          <a:p>
            <a:fld id="{2CADD3C7-09A3-4FAE-BEB8-19FEF1926070}" type="slidenum">
              <a:rPr lang="en-US" smtClean="0"/>
              <a:t>28</a:t>
            </a:fld>
            <a:endParaRPr lang="en-US" dirty="0"/>
          </a:p>
        </p:txBody>
      </p:sp>
    </p:spTree>
    <p:extLst>
      <p:ext uri="{BB962C8B-B14F-4D97-AF65-F5344CB8AC3E}">
        <p14:creationId xmlns:p14="http://schemas.microsoft.com/office/powerpoint/2010/main" val="22016704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25306-AD38-2E35-C4F2-34583F5D0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F7572F-C81A-7D5F-6D4F-E66E984B47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DCBAB4-714C-0745-4942-3D01110E98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550780-FBA2-0A7F-E83D-28CB1EF9ADD3}"/>
              </a:ext>
            </a:extLst>
          </p:cNvPr>
          <p:cNvSpPr>
            <a:spLocks noGrp="1"/>
          </p:cNvSpPr>
          <p:nvPr>
            <p:ph type="sldNum" sz="quarter" idx="5"/>
          </p:nvPr>
        </p:nvSpPr>
        <p:spPr/>
        <p:txBody>
          <a:bodyPr/>
          <a:lstStyle/>
          <a:p>
            <a:fld id="{2CADD3C7-09A3-4FAE-BEB8-19FEF1926070}" type="slidenum">
              <a:rPr lang="en-US" smtClean="0"/>
              <a:t>29</a:t>
            </a:fld>
            <a:endParaRPr lang="en-US" dirty="0"/>
          </a:p>
        </p:txBody>
      </p:sp>
    </p:spTree>
    <p:extLst>
      <p:ext uri="{BB962C8B-B14F-4D97-AF65-F5344CB8AC3E}">
        <p14:creationId xmlns:p14="http://schemas.microsoft.com/office/powerpoint/2010/main" val="42401983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473AE-EE32-D8A4-1251-B5E7D1B436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3A85E9-4DC8-DCEA-32A6-3428D4F51D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4D88F1-8E06-A9EB-3CFF-5AD130118D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08E89D-C846-8D39-4D33-3ADAE909FF31}"/>
              </a:ext>
            </a:extLst>
          </p:cNvPr>
          <p:cNvSpPr>
            <a:spLocks noGrp="1"/>
          </p:cNvSpPr>
          <p:nvPr>
            <p:ph type="sldNum" sz="quarter" idx="5"/>
          </p:nvPr>
        </p:nvSpPr>
        <p:spPr/>
        <p:txBody>
          <a:bodyPr/>
          <a:lstStyle/>
          <a:p>
            <a:fld id="{2CADD3C7-09A3-4FAE-BEB8-19FEF1926070}" type="slidenum">
              <a:rPr lang="en-US" smtClean="0"/>
              <a:t>30</a:t>
            </a:fld>
            <a:endParaRPr lang="en-US" dirty="0"/>
          </a:p>
        </p:txBody>
      </p:sp>
    </p:spTree>
    <p:extLst>
      <p:ext uri="{BB962C8B-B14F-4D97-AF65-F5344CB8AC3E}">
        <p14:creationId xmlns:p14="http://schemas.microsoft.com/office/powerpoint/2010/main" val="11951296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ADD3C7-09A3-4FAE-BEB8-19FEF1926070}" type="slidenum">
              <a:rPr lang="en-US" smtClean="0"/>
              <a:t>31</a:t>
            </a:fld>
            <a:endParaRPr lang="en-US" dirty="0"/>
          </a:p>
        </p:txBody>
      </p:sp>
    </p:spTree>
    <p:extLst>
      <p:ext uri="{BB962C8B-B14F-4D97-AF65-F5344CB8AC3E}">
        <p14:creationId xmlns:p14="http://schemas.microsoft.com/office/powerpoint/2010/main" val="34886596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2290B-4FDF-C44B-0777-F54F9C81F3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847700-99A3-961F-F0B0-45211B409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B51B42-27B4-61A9-2334-16AB26508D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C8C8D2-26FA-CD0C-6B8F-C2EF20E1507E}"/>
              </a:ext>
            </a:extLst>
          </p:cNvPr>
          <p:cNvSpPr>
            <a:spLocks noGrp="1"/>
          </p:cNvSpPr>
          <p:nvPr>
            <p:ph type="sldNum" sz="quarter" idx="5"/>
          </p:nvPr>
        </p:nvSpPr>
        <p:spPr/>
        <p:txBody>
          <a:bodyPr/>
          <a:lstStyle/>
          <a:p>
            <a:fld id="{2CADD3C7-09A3-4FAE-BEB8-19FEF1926070}" type="slidenum">
              <a:rPr lang="en-US" smtClean="0"/>
              <a:t>32</a:t>
            </a:fld>
            <a:endParaRPr lang="en-US" dirty="0"/>
          </a:p>
        </p:txBody>
      </p:sp>
    </p:spTree>
    <p:extLst>
      <p:ext uri="{BB962C8B-B14F-4D97-AF65-F5344CB8AC3E}">
        <p14:creationId xmlns:p14="http://schemas.microsoft.com/office/powerpoint/2010/main" val="8187186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 Id="rId5" Type="http://schemas.microsoft.com/office/2007/relationships/hdphoto" Target="../media/hdphoto3.wdp"/><Relationship Id="rId4"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432CF485-28BA-4659-B624-AA1C49B2E30F}" type="datetime1">
              <a:rPr lang="en-US" smtClean="0"/>
              <a:t>6/2/2026</a:t>
            </a:fld>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pPr/>
              <a:t>‹#›</a:t>
            </a:fld>
            <a:endParaRPr lang="en-US" dirty="0"/>
          </a:p>
        </p:txBody>
      </p:sp>
      <p:sp>
        <p:nvSpPr>
          <p:cNvPr id="13" name="Rectangle 12"/>
          <p:cNvSpPr/>
          <p:nvPr/>
        </p:nvSpPr>
        <p:spPr>
          <a:xfrm>
            <a:off x="0" y="0"/>
            <a:ext cx="12192000" cy="4572001"/>
          </a:xfrm>
          <a:prstGeom prst="rect">
            <a:avLst/>
          </a:prstGeom>
          <a:blipFill dpi="0" rotWithShape="1">
            <a:blip r:embed="rId2">
              <a:duotone>
                <a:schemeClr val="accent2">
                  <a:shade val="45000"/>
                  <a:satMod val="135000"/>
                </a:schemeClr>
                <a:prstClr val="white"/>
              </a:duotone>
            </a:blip>
            <a:srcRect/>
            <a:tile tx="-393700" ty="-8255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012944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2CF485-28BA-4659-B624-AA1C49B2E30F}" type="datetime1">
              <a:rPr lang="en-US" smtClean="0"/>
              <a:t>6/2/2026</a:t>
            </a:fld>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1817239147"/>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32CF485-28BA-4659-B624-AA1C49B2E30F}" type="datetime1">
              <a:rPr lang="en-US" smtClean="0"/>
              <a:t>6/2/2026</a:t>
            </a:fld>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0" y="0"/>
            <a:ext cx="12192000" cy="4572000"/>
          </a:xfrm>
          <a:prstGeom prst="rect">
            <a:avLst/>
          </a:prstGeom>
          <a:blipFill dpi="0" rotWithShape="1">
            <a:blip r:embed="rId2">
              <a:duotone>
                <a:schemeClr val="accent1">
                  <a:shade val="45000"/>
                  <a:satMod val="135000"/>
                </a:schemeClr>
                <a:prstClr val="white"/>
              </a:duotone>
            </a:blip>
            <a:srcRect/>
            <a:tile tx="-393700" ty="-8255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524675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32CF485-28BA-4659-B624-AA1C49B2E30F}" type="datetime1">
              <a:rPr lang="en-US" smtClean="0"/>
              <a:t>6/2/2026</a:t>
            </a:fld>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9524197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32CF485-28BA-4659-B624-AA1C49B2E30F}" type="datetime1">
              <a:rPr lang="en-US" smtClean="0"/>
              <a:t>6/2/2026</a:t>
            </a:fld>
            <a:endParaRPr lang="en-US" dirty="0"/>
          </a:p>
        </p:txBody>
      </p:sp>
      <p:sp>
        <p:nvSpPr>
          <p:cNvPr id="8" name="Footer Placeholder 7"/>
          <p:cNvSpPr>
            <a:spLocks noGrp="1"/>
          </p:cNvSpPr>
          <p:nvPr>
            <p:ph type="ftr" sz="quarter" idx="11"/>
          </p:nvPr>
        </p:nvSpPr>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952108431"/>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8C049B-BC0B-4B08-98F2-2F28A95589EF}" type="datetime1">
              <a:rPr lang="en-US" smtClean="0"/>
              <a:t>6/2/2026</a:t>
            </a:fld>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pPr/>
              <a:t>‹#›</a:t>
            </a:fld>
            <a:endParaRPr lang="en-US" dirty="0"/>
          </a:p>
        </p:txBody>
      </p:sp>
      <p:pic>
        <p:nvPicPr>
          <p:cNvPr id="6" name="Graphic 11">
            <a:extLst>
              <a:ext uri="{FF2B5EF4-FFF2-40B4-BE49-F238E27FC236}">
                <a16:creationId xmlns:a16="http://schemas.microsoft.com/office/drawing/2014/main" id="{5CD71825-A857-DA0C-1C79-662C4E221943}"/>
              </a:ext>
              <a:ext uri="{C183D7F6-B498-43B3-948B-1728B52AA6E4}">
                <adec:decorative xmlns:adec="http://schemas.microsoft.com/office/drawing/2017/decorative" val="1"/>
              </a:ext>
            </a:extLst>
          </p:cNvPr>
          <p:cNvPicPr>
            <a:picLocks noChangeAspect="1"/>
          </p:cNvPicPr>
          <p:nvPr userDrawn="1"/>
        </p:nvPicPr>
        <p:blipFill rotWithShape="1">
          <a:blip r:embed="rId2" cstate="screen">
            <a:alphaModFix amt="35000"/>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a:ext>
            </a:extLst>
          </a:blip>
          <a:srcRect t="-3352"/>
          <a:stretch/>
        </p:blipFill>
        <p:spPr>
          <a:xfrm>
            <a:off x="6634824" y="4335877"/>
            <a:ext cx="3617025" cy="2522123"/>
          </a:xfrm>
          <a:prstGeom prst="rect">
            <a:avLst/>
          </a:prstGeom>
        </p:spPr>
      </p:pic>
      <p:pic>
        <p:nvPicPr>
          <p:cNvPr id="7" name="Graphic 6">
            <a:extLst>
              <a:ext uri="{FF2B5EF4-FFF2-40B4-BE49-F238E27FC236}">
                <a16:creationId xmlns:a16="http://schemas.microsoft.com/office/drawing/2014/main" id="{8D8D5B59-97C3-92A5-E369-B790684D3656}"/>
              </a:ext>
              <a:ext uri="{C183D7F6-B498-43B3-948B-1728B52AA6E4}">
                <adec:decorative xmlns:adec="http://schemas.microsoft.com/office/drawing/2017/decorative" val="1"/>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12950" t="24936"/>
          <a:stretch/>
        </p:blipFill>
        <p:spPr>
          <a:xfrm>
            <a:off x="0" y="0"/>
            <a:ext cx="6136802" cy="5312533"/>
          </a:xfrm>
          <a:prstGeom prst="rect">
            <a:avLst/>
          </a:prstGeom>
        </p:spPr>
      </p:pic>
    </p:spTree>
    <p:extLst>
      <p:ext uri="{BB962C8B-B14F-4D97-AF65-F5344CB8AC3E}">
        <p14:creationId xmlns:p14="http://schemas.microsoft.com/office/powerpoint/2010/main" val="1455115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2CF485-28BA-4659-B624-AA1C49B2E30F}" type="datetime1">
              <a:rPr lang="en-US" smtClean="0"/>
              <a:t>6/2/2026</a:t>
            </a:fld>
            <a:endParaRPr lang="en-US" dirty="0"/>
          </a:p>
        </p:txBody>
      </p:sp>
      <p:sp>
        <p:nvSpPr>
          <p:cNvPr id="3" name="Footer Placeholder 2"/>
          <p:cNvSpPr>
            <a:spLocks noGrp="1"/>
          </p:cNvSpPr>
          <p:nvPr>
            <p:ph type="ftr" sz="quarter" idx="11"/>
          </p:nvPr>
        </p:nvSpPr>
        <p:spPr/>
        <p:txBody>
          <a:bodyPr/>
          <a:lstStyle/>
          <a:p>
            <a:r>
              <a:rPr lang="en-US"/>
              <a:t>Presentation title</a:t>
            </a:r>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388520854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32CF485-28BA-4659-B624-AA1C49B2E30F}" type="datetime1">
              <a:rPr lang="en-US" smtClean="0"/>
              <a:t>6/2/2026</a:t>
            </a:fld>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3383045597"/>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32CF485-28BA-4659-B624-AA1C49B2E30F}" type="datetime1">
              <a:rPr lang="en-US" smtClean="0"/>
              <a:t>6/2/2026</a:t>
            </a:fld>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1633215"/>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2CF485-28BA-4659-B624-AA1C49B2E30F}" type="datetime1">
              <a:rPr lang="en-US" smtClean="0"/>
              <a:t>6/2/2026</a:t>
            </a:fld>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102950956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2CF485-28BA-4659-B624-AA1C49B2E30F}" type="datetime1">
              <a:rPr lang="en-US" smtClean="0"/>
              <a:t>6/2/2026</a:t>
            </a:fld>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pPr/>
              <a:t>‹#›</a:t>
            </a:fld>
            <a:endParaRPr lang="en-US" dirty="0"/>
          </a:p>
        </p:txBody>
      </p:sp>
      <p:cxnSp>
        <p:nvCxnSpPr>
          <p:cNvPr id="8" name="Straight Connector 7"/>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356723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Introduction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1D9EB9-82A1-C618-9290-18D7FE005ADA}"/>
              </a:ext>
            </a:extLst>
          </p:cNvPr>
          <p:cNvPicPr>
            <a:picLocks noChangeAspect="1"/>
          </p:cNvPicPr>
          <p:nvPr userDrawn="1"/>
        </p:nvPicPr>
        <p:blipFill>
          <a:blip r:embed="rId2"/>
          <a:stretch>
            <a:fillRect/>
          </a:stretch>
        </p:blipFill>
        <p:spPr>
          <a:xfrm>
            <a:off x="753210" y="0"/>
            <a:ext cx="10685580" cy="6858000"/>
          </a:xfrm>
          <a:prstGeom prst="rect">
            <a:avLst/>
          </a:prstGeom>
        </p:spPr>
      </p:pic>
      <p:sp>
        <p:nvSpPr>
          <p:cNvPr id="2" name="Title 1"/>
          <p:cNvSpPr>
            <a:spLocks noGrp="1"/>
          </p:cNvSpPr>
          <p:nvPr>
            <p:ph type="title" hasCustomPrompt="1"/>
          </p:nvPr>
        </p:nvSpPr>
        <p:spPr>
          <a:xfrm>
            <a:off x="671255" y="854528"/>
            <a:ext cx="9309359" cy="1653180"/>
          </a:xfrm>
          <a:prstGeom prst="rect">
            <a:avLst/>
          </a:prstGeom>
        </p:spPr>
        <p:txBody>
          <a:bodyPr anchor="b"/>
          <a:lstStyle>
            <a:lvl1pPr algn="l">
              <a:defRPr sz="3600" b="0" cap="all" baseline="0">
                <a:solidFill>
                  <a:schemeClr val="bg1">
                    <a:lumMod val="75000"/>
                    <a:lumOff val="25000"/>
                  </a:schemeClr>
                </a:solidFill>
              </a:defRPr>
            </a:lvl1pPr>
          </a:lstStyle>
          <a:p>
            <a:r>
              <a:rPr lang="en-US" dirty="0"/>
              <a:t>Click to add title</a:t>
            </a:r>
          </a:p>
        </p:txBody>
      </p:sp>
      <p:sp>
        <p:nvSpPr>
          <p:cNvPr id="8" name="Content Placeholder 7">
            <a:extLst>
              <a:ext uri="{FF2B5EF4-FFF2-40B4-BE49-F238E27FC236}">
                <a16:creationId xmlns:a16="http://schemas.microsoft.com/office/drawing/2014/main" id="{148E7A19-538F-105E-346C-E5F13C4F28D7}"/>
              </a:ext>
            </a:extLst>
          </p:cNvPr>
          <p:cNvSpPr>
            <a:spLocks noGrp="1"/>
          </p:cNvSpPr>
          <p:nvPr>
            <p:ph sz="quarter" idx="10" hasCustomPrompt="1"/>
          </p:nvPr>
        </p:nvSpPr>
        <p:spPr>
          <a:xfrm>
            <a:off x="671513" y="2754313"/>
            <a:ext cx="8281987" cy="3704853"/>
          </a:xfrm>
        </p:spPr>
        <p:txBody>
          <a:bodyPr/>
          <a:lstStyle>
            <a:lvl1pPr marL="0" indent="0">
              <a:buClr>
                <a:schemeClr val="accent5"/>
              </a:buClr>
              <a:buFont typeface="Arial" panose="020B0604020202020204" pitchFamily="34" charset="0"/>
              <a:buNone/>
              <a:defRPr sz="1800">
                <a:latin typeface="+mn-lt"/>
              </a:defRPr>
            </a:lvl1pPr>
            <a:lvl2pPr marL="742950" indent="-285750">
              <a:buClr>
                <a:schemeClr val="accent5"/>
              </a:buClr>
              <a:buFont typeface="Arial" panose="020B0604020202020204" pitchFamily="34" charset="0"/>
              <a:buChar char="•"/>
              <a:defRPr sz="1600">
                <a:latin typeface="+mn-lt"/>
              </a:defRPr>
            </a:lvl2pPr>
            <a:lvl3pPr marL="1200150" indent="-285750">
              <a:buClr>
                <a:schemeClr val="accent5"/>
              </a:buClr>
              <a:buFont typeface="Arial" panose="020B0604020202020204" pitchFamily="34" charset="0"/>
              <a:buChar char="•"/>
              <a:defRPr sz="1400">
                <a:latin typeface="+mn-lt"/>
              </a:defRPr>
            </a:lvl3pPr>
            <a:lvl4pPr marL="1543050" indent="-171450">
              <a:buClr>
                <a:schemeClr val="accent5"/>
              </a:buClr>
              <a:buFont typeface="Arial" panose="020B0604020202020204" pitchFamily="34" charset="0"/>
              <a:buChar char="•"/>
              <a:defRPr sz="1200">
                <a:latin typeface="+mn-lt"/>
              </a:defRPr>
            </a:lvl4pPr>
            <a:lvl5pPr marL="2000250" indent="-171450">
              <a:buClr>
                <a:schemeClr val="accent5"/>
              </a:buClr>
              <a:buFont typeface="Arial" panose="020B0604020202020204" pitchFamily="34" charset="0"/>
              <a:buChar char="•"/>
              <a:defRPr sz="1200">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Slide Number Placeholder 5">
            <a:extLst>
              <a:ext uri="{FF2B5EF4-FFF2-40B4-BE49-F238E27FC236}">
                <a16:creationId xmlns:a16="http://schemas.microsoft.com/office/drawing/2014/main" id="{D45F7BDA-B43D-4F75-1B2C-695379E05701}"/>
              </a:ext>
            </a:extLst>
          </p:cNvPr>
          <p:cNvSpPr>
            <a:spLocks noGrp="1"/>
          </p:cNvSpPr>
          <p:nvPr>
            <p:ph type="sldNum" sz="quarter" idx="4"/>
          </p:nvPr>
        </p:nvSpPr>
        <p:spPr bwMode="gray">
          <a:xfrm>
            <a:off x="11110685" y="295729"/>
            <a:ext cx="838199" cy="767687"/>
          </a:xfrm>
          <a:prstGeom prst="rect">
            <a:avLst/>
          </a:prstGeom>
        </p:spPr>
        <p:txBody>
          <a:bodyPr vert="horz" lIns="91440" tIns="45720" rIns="91440" bIns="45720" rtlCol="0" anchor="b"/>
          <a:lstStyle>
            <a:lvl1pPr algn="ctr">
              <a:defRPr sz="2800" b="1" i="0" baseline="0">
                <a:solidFill>
                  <a:schemeClr val="bg1">
                    <a:lumMod val="75000"/>
                    <a:lumOff val="25000"/>
                  </a:schemeClr>
                </a:solidFill>
              </a:defRPr>
            </a:lvl1pPr>
          </a:lstStyle>
          <a:p>
            <a:fld id="{D57F1E4F-1CFF-5643-939E-02111984F565}" type="slidenum">
              <a:rPr lang="en-US" smtClean="0"/>
              <a:pPr/>
              <a:t>‹#›</a:t>
            </a:fld>
            <a:endParaRPr lang="en-US" dirty="0"/>
          </a:p>
        </p:txBody>
      </p:sp>
      <p:sp>
        <p:nvSpPr>
          <p:cNvPr id="6" name="Footer Placeholder 4">
            <a:extLst>
              <a:ext uri="{FF2B5EF4-FFF2-40B4-BE49-F238E27FC236}">
                <a16:creationId xmlns:a16="http://schemas.microsoft.com/office/drawing/2014/main" id="{C25B1EB8-4F24-00EB-0B8F-08411FD49CCF}"/>
              </a:ext>
            </a:extLst>
          </p:cNvPr>
          <p:cNvSpPr>
            <a:spLocks noGrp="1"/>
          </p:cNvSpPr>
          <p:nvPr>
            <p:ph type="ftr" sz="quarter" idx="3"/>
          </p:nvPr>
        </p:nvSpPr>
        <p:spPr>
          <a:xfrm rot="5400000">
            <a:off x="9801196" y="2886728"/>
            <a:ext cx="3475320" cy="304801"/>
          </a:xfrm>
          <a:prstGeom prst="rect">
            <a:avLst/>
          </a:prstGeom>
        </p:spPr>
        <p:txBody>
          <a:bodyPr vert="horz" lIns="91440" tIns="45720" rIns="91440" bIns="45720" rtlCol="0" anchor="ctr"/>
          <a:lstStyle>
            <a:lvl1pPr algn="l">
              <a:defRPr sz="1400" b="0" i="0" cap="all" spc="150" baseline="0">
                <a:solidFill>
                  <a:schemeClr val="bg1">
                    <a:lumMod val="75000"/>
                    <a:lumOff val="25000"/>
                  </a:schemeClr>
                </a:solidFill>
              </a:defRPr>
            </a:lvl1pPr>
          </a:lstStyle>
          <a:p>
            <a:r>
              <a:rPr lang="en-US" dirty="0"/>
              <a:t>Presentation title</a:t>
            </a:r>
          </a:p>
        </p:txBody>
      </p:sp>
      <p:sp>
        <p:nvSpPr>
          <p:cNvPr id="5" name="Date Placeholder 3">
            <a:extLst>
              <a:ext uri="{FF2B5EF4-FFF2-40B4-BE49-F238E27FC236}">
                <a16:creationId xmlns:a16="http://schemas.microsoft.com/office/drawing/2014/main" id="{5C9AE200-BA9A-95A3-1949-71A16F89FC27}"/>
              </a:ext>
            </a:extLst>
          </p:cNvPr>
          <p:cNvSpPr>
            <a:spLocks noGrp="1"/>
          </p:cNvSpPr>
          <p:nvPr>
            <p:ph type="dt" sz="half" idx="2"/>
          </p:nvPr>
        </p:nvSpPr>
        <p:spPr>
          <a:xfrm rot="5400000">
            <a:off x="10727757" y="5426418"/>
            <a:ext cx="1613124" cy="313872"/>
          </a:xfrm>
          <a:prstGeom prst="rect">
            <a:avLst/>
          </a:prstGeom>
        </p:spPr>
        <p:txBody>
          <a:bodyPr vert="horz" lIns="91440" tIns="45720" rIns="91440" bIns="45720" rtlCol="0" anchor="ctr"/>
          <a:lstStyle>
            <a:lvl1pPr algn="r">
              <a:defRPr sz="1400" b="0" i="0" cap="all" spc="150" baseline="0">
                <a:solidFill>
                  <a:schemeClr val="bg1">
                    <a:lumMod val="75000"/>
                    <a:lumOff val="25000"/>
                  </a:schemeClr>
                </a:solidFill>
              </a:defRPr>
            </a:lvl1pPr>
          </a:lstStyle>
          <a:p>
            <a:fld id="{EB87CC03-CB18-48B5-8067-881A2EE1B36F}" type="datetime1">
              <a:rPr lang="en-US" smtClean="0"/>
              <a:t>6/2/2026</a:t>
            </a:fld>
            <a:endParaRPr lang="en-US" dirty="0"/>
          </a:p>
        </p:txBody>
      </p:sp>
    </p:spTree>
    <p:extLst>
      <p:ext uri="{BB962C8B-B14F-4D97-AF65-F5344CB8AC3E}">
        <p14:creationId xmlns:p14="http://schemas.microsoft.com/office/powerpoint/2010/main" val="32616908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wo Conten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6111" y="601662"/>
            <a:ext cx="10225089" cy="1251585"/>
          </a:xfrm>
          <a:prstGeom prst="rect">
            <a:avLst/>
          </a:prstGeom>
        </p:spPr>
        <p:txBody>
          <a:bodyPr anchor="ctr"/>
          <a:lstStyle>
            <a:lvl1pPr>
              <a:defRPr sz="3600" cap="all" baseline="0">
                <a:solidFill>
                  <a:schemeClr val="bg1">
                    <a:lumMod val="75000"/>
                    <a:lumOff val="25000"/>
                  </a:schemeClr>
                </a:solidFill>
              </a:defRPr>
            </a:lvl1pPr>
          </a:lstStyle>
          <a:p>
            <a:r>
              <a:rPr lang="en-US" dirty="0"/>
              <a:t>Click to add title</a:t>
            </a:r>
          </a:p>
        </p:txBody>
      </p:sp>
      <p:sp>
        <p:nvSpPr>
          <p:cNvPr id="3" name="Content Placeholder 3">
            <a:extLst>
              <a:ext uri="{FF2B5EF4-FFF2-40B4-BE49-F238E27FC236}">
                <a16:creationId xmlns:a16="http://schemas.microsoft.com/office/drawing/2014/main" id="{04B29688-DF70-05FA-D6B7-761E114D045A}"/>
              </a:ext>
            </a:extLst>
          </p:cNvPr>
          <p:cNvSpPr>
            <a:spLocks noGrp="1"/>
          </p:cNvSpPr>
          <p:nvPr>
            <p:ph sz="half" idx="2" hasCustomPrompt="1"/>
          </p:nvPr>
        </p:nvSpPr>
        <p:spPr>
          <a:xfrm>
            <a:off x="646110" y="2149929"/>
            <a:ext cx="6199724" cy="4028622"/>
          </a:xfrm>
        </p:spPr>
        <p:txBody>
          <a:bodyPr>
            <a:normAutofit/>
          </a:bodyPr>
          <a:lstStyle>
            <a:lvl1pPr marL="0" indent="0">
              <a:buClr>
                <a:schemeClr val="accent5"/>
              </a:buClr>
              <a:buSzPct val="100000"/>
              <a:buFont typeface="Arial" panose="020B0604020202020204" pitchFamily="34" charset="0"/>
              <a:buNone/>
              <a:defRPr sz="1800">
                <a:solidFill>
                  <a:schemeClr val="bg1">
                    <a:lumMod val="75000"/>
                    <a:lumOff val="25000"/>
                  </a:schemeClr>
                </a:solidFill>
                <a:latin typeface="+mn-lt"/>
              </a:defRPr>
            </a:lvl1pPr>
            <a:lvl2pPr marL="742950" indent="-285750">
              <a:buClr>
                <a:schemeClr val="accent5"/>
              </a:buClr>
              <a:buSzPct val="100000"/>
              <a:buFont typeface="Arial" panose="020B0604020202020204" pitchFamily="34" charset="0"/>
              <a:buChar char="•"/>
              <a:defRPr sz="1800">
                <a:solidFill>
                  <a:schemeClr val="bg1">
                    <a:lumMod val="75000"/>
                    <a:lumOff val="25000"/>
                  </a:schemeClr>
                </a:solidFill>
                <a:latin typeface="+mn-lt"/>
              </a:defRPr>
            </a:lvl2pPr>
            <a:lvl3pPr marL="1200150" indent="-285750">
              <a:buClr>
                <a:schemeClr val="accent5"/>
              </a:buClr>
              <a:buSzPct val="100000"/>
              <a:buFont typeface="Arial" panose="020B0604020202020204" pitchFamily="34" charset="0"/>
              <a:buChar char="•"/>
              <a:defRPr sz="1800">
                <a:solidFill>
                  <a:schemeClr val="bg1">
                    <a:lumMod val="75000"/>
                    <a:lumOff val="25000"/>
                  </a:schemeClr>
                </a:solidFill>
                <a:latin typeface="+mn-lt"/>
              </a:defRPr>
            </a:lvl3pPr>
            <a:lvl4pPr marL="1657350" indent="-285750">
              <a:buClr>
                <a:schemeClr val="accent5"/>
              </a:buClr>
              <a:buSzPct val="100000"/>
              <a:buFont typeface="Arial" panose="020B0604020202020204" pitchFamily="34" charset="0"/>
              <a:buChar char="•"/>
              <a:defRPr sz="1800">
                <a:solidFill>
                  <a:schemeClr val="bg1">
                    <a:lumMod val="75000"/>
                    <a:lumOff val="25000"/>
                  </a:schemeClr>
                </a:solidFill>
                <a:latin typeface="+mn-lt"/>
              </a:defRPr>
            </a:lvl4pPr>
            <a:lvl5pPr marL="2114550" indent="-285750">
              <a:buClr>
                <a:schemeClr val="accent5"/>
              </a:buClr>
              <a:buSzPct val="100000"/>
              <a:buFont typeface="Arial" panose="020B0604020202020204" pitchFamily="34" charset="0"/>
              <a:buChar char="•"/>
              <a:defRPr sz="1800">
                <a:solidFill>
                  <a:schemeClr val="bg1">
                    <a:lumMod val="75000"/>
                    <a:lumOff val="25000"/>
                  </a:schemeClr>
                </a:solidFill>
                <a:latin typeface="+mn-lt"/>
              </a:defRPr>
            </a:lvl5pPr>
            <a:lvl6pPr>
              <a:defRPr sz="1200"/>
            </a:lvl6pPr>
            <a:lvl7pPr>
              <a:defRPr sz="1200"/>
            </a:lvl7pPr>
            <a:lvl8pPr>
              <a:defRPr sz="1200"/>
            </a:lvl8pPr>
            <a:lvl9pPr>
              <a:defRPr sz="1200"/>
            </a:lvl9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5">
            <a:extLst>
              <a:ext uri="{FF2B5EF4-FFF2-40B4-BE49-F238E27FC236}">
                <a16:creationId xmlns:a16="http://schemas.microsoft.com/office/drawing/2014/main" id="{6594AC0E-FD4A-515B-8B99-4BDDECAD7DCA}"/>
              </a:ext>
            </a:extLst>
          </p:cNvPr>
          <p:cNvSpPr>
            <a:spLocks noGrp="1"/>
          </p:cNvSpPr>
          <p:nvPr>
            <p:ph sz="quarter" idx="4" hasCustomPrompt="1"/>
          </p:nvPr>
        </p:nvSpPr>
        <p:spPr>
          <a:xfrm>
            <a:off x="7211786" y="2149929"/>
            <a:ext cx="3659414" cy="4028622"/>
          </a:xfrm>
        </p:spPr>
        <p:txBody>
          <a:bodyPr>
            <a:normAutofit/>
          </a:bodyPr>
          <a:lstStyle>
            <a:lvl1pPr marL="342900" indent="-342900">
              <a:buClr>
                <a:schemeClr val="accent5"/>
              </a:buClr>
              <a:buSzPct val="100000"/>
              <a:buFont typeface="Arial" panose="020B0604020202020204" pitchFamily="34" charset="0"/>
              <a:buChar char="•"/>
              <a:defRPr sz="1800">
                <a:solidFill>
                  <a:schemeClr val="bg1">
                    <a:lumMod val="75000"/>
                    <a:lumOff val="25000"/>
                  </a:schemeClr>
                </a:solidFill>
                <a:latin typeface="+mn-lt"/>
              </a:defRPr>
            </a:lvl1pPr>
            <a:lvl2pPr marL="742950" indent="-285750">
              <a:buClr>
                <a:schemeClr val="accent5"/>
              </a:buClr>
              <a:buSzPct val="100000"/>
              <a:buFont typeface="Arial" panose="020B0604020202020204" pitchFamily="34" charset="0"/>
              <a:buChar char="•"/>
              <a:defRPr sz="1800">
                <a:solidFill>
                  <a:schemeClr val="bg1">
                    <a:lumMod val="75000"/>
                    <a:lumOff val="25000"/>
                  </a:schemeClr>
                </a:solidFill>
                <a:latin typeface="+mn-lt"/>
              </a:defRPr>
            </a:lvl2pPr>
            <a:lvl3pPr marL="1143000" indent="-228600">
              <a:buClr>
                <a:schemeClr val="accent5"/>
              </a:buClr>
              <a:buSzPct val="100000"/>
              <a:buFont typeface="Arial" panose="020B0604020202020204" pitchFamily="34" charset="0"/>
              <a:buChar char="•"/>
              <a:defRPr sz="1800">
                <a:solidFill>
                  <a:schemeClr val="bg1">
                    <a:lumMod val="75000"/>
                    <a:lumOff val="25000"/>
                  </a:schemeClr>
                </a:solidFill>
                <a:latin typeface="+mn-lt"/>
              </a:defRPr>
            </a:lvl3pPr>
            <a:lvl4pPr marL="1600200" indent="-228600">
              <a:buClr>
                <a:schemeClr val="accent5"/>
              </a:buClr>
              <a:buSzPct val="100000"/>
              <a:buFont typeface="Arial" panose="020B0604020202020204" pitchFamily="34" charset="0"/>
              <a:buChar char="•"/>
              <a:defRPr sz="1800">
                <a:solidFill>
                  <a:schemeClr val="bg1">
                    <a:lumMod val="75000"/>
                    <a:lumOff val="25000"/>
                  </a:schemeClr>
                </a:solidFill>
                <a:latin typeface="+mn-lt"/>
              </a:defRPr>
            </a:lvl4pPr>
            <a:lvl5pPr marL="2057400" indent="-228600">
              <a:buClr>
                <a:schemeClr val="accent5"/>
              </a:buClr>
              <a:buSzPct val="100000"/>
              <a:buFont typeface="Arial" panose="020B0604020202020204" pitchFamily="34" charset="0"/>
              <a:buChar char="•"/>
              <a:defRPr sz="1800">
                <a:solidFill>
                  <a:schemeClr val="bg1">
                    <a:lumMod val="75000"/>
                    <a:lumOff val="25000"/>
                  </a:schemeClr>
                </a:solidFill>
                <a:latin typeface="+mn-lt"/>
              </a:defRPr>
            </a:lvl5pPr>
            <a:lvl6pPr>
              <a:defRPr sz="1200"/>
            </a:lvl6pPr>
            <a:lvl7pPr>
              <a:defRPr sz="1200"/>
            </a:lvl7pPr>
            <a:lvl8pPr>
              <a:defRPr sz="1200"/>
            </a:lvl8pPr>
            <a:lvl9pPr>
              <a:defRPr sz="1200"/>
            </a:lvl9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Slide Number Placeholder 5">
            <a:extLst>
              <a:ext uri="{FF2B5EF4-FFF2-40B4-BE49-F238E27FC236}">
                <a16:creationId xmlns:a16="http://schemas.microsoft.com/office/drawing/2014/main" id="{CC0FB981-7729-AE9A-8F6A-B6F87A64758B}"/>
              </a:ext>
            </a:extLst>
          </p:cNvPr>
          <p:cNvSpPr>
            <a:spLocks noGrp="1"/>
          </p:cNvSpPr>
          <p:nvPr>
            <p:ph type="sldNum" sz="quarter" idx="12"/>
          </p:nvPr>
        </p:nvSpPr>
        <p:spPr bwMode="gray">
          <a:xfrm>
            <a:off x="11110685" y="295729"/>
            <a:ext cx="838199" cy="767687"/>
          </a:xfrm>
          <a:prstGeom prst="rect">
            <a:avLst/>
          </a:prstGeom>
        </p:spPr>
        <p:txBody>
          <a:bodyPr vert="horz" lIns="91440" tIns="45720" rIns="91440" bIns="45720" rtlCol="0" anchor="b"/>
          <a:lstStyle>
            <a:lvl1pPr algn="ctr">
              <a:defRPr sz="2800" b="1" i="0" baseline="0">
                <a:solidFill>
                  <a:schemeClr val="bg1">
                    <a:lumMod val="75000"/>
                    <a:lumOff val="25000"/>
                  </a:schemeClr>
                </a:solidFill>
              </a:defRPr>
            </a:lvl1pPr>
          </a:lstStyle>
          <a:p>
            <a:fld id="{D57F1E4F-1CFF-5643-939E-02111984F565}" type="slidenum">
              <a:rPr lang="en-US" smtClean="0"/>
              <a:pPr/>
              <a:t>‹#›</a:t>
            </a:fld>
            <a:endParaRPr lang="en-US" dirty="0"/>
          </a:p>
        </p:txBody>
      </p:sp>
      <p:sp>
        <p:nvSpPr>
          <p:cNvPr id="6" name="Footer Placeholder 4">
            <a:extLst>
              <a:ext uri="{FF2B5EF4-FFF2-40B4-BE49-F238E27FC236}">
                <a16:creationId xmlns:a16="http://schemas.microsoft.com/office/drawing/2014/main" id="{B36F2C45-AA33-6953-F362-70B8E58B9F30}"/>
              </a:ext>
            </a:extLst>
          </p:cNvPr>
          <p:cNvSpPr>
            <a:spLocks noGrp="1"/>
          </p:cNvSpPr>
          <p:nvPr>
            <p:ph type="ftr" sz="quarter" idx="3"/>
          </p:nvPr>
        </p:nvSpPr>
        <p:spPr>
          <a:xfrm rot="5400000">
            <a:off x="9801196" y="2886728"/>
            <a:ext cx="3475320" cy="304801"/>
          </a:xfrm>
          <a:prstGeom prst="rect">
            <a:avLst/>
          </a:prstGeom>
        </p:spPr>
        <p:txBody>
          <a:bodyPr vert="horz" lIns="91440" tIns="45720" rIns="91440" bIns="45720" rtlCol="0" anchor="ctr"/>
          <a:lstStyle>
            <a:lvl1pPr algn="l">
              <a:defRPr sz="1400" b="0" i="0" cap="all" spc="150" baseline="0">
                <a:solidFill>
                  <a:schemeClr val="bg1">
                    <a:lumMod val="75000"/>
                    <a:lumOff val="25000"/>
                  </a:schemeClr>
                </a:solidFill>
              </a:defRPr>
            </a:lvl1pPr>
          </a:lstStyle>
          <a:p>
            <a:r>
              <a:rPr lang="en-US" dirty="0"/>
              <a:t>Presentation title</a:t>
            </a:r>
          </a:p>
        </p:txBody>
      </p:sp>
      <p:sp>
        <p:nvSpPr>
          <p:cNvPr id="4" name="Date Placeholder 3">
            <a:extLst>
              <a:ext uri="{FF2B5EF4-FFF2-40B4-BE49-F238E27FC236}">
                <a16:creationId xmlns:a16="http://schemas.microsoft.com/office/drawing/2014/main" id="{405F346C-9289-DAC3-4D24-EDB5A64E4DBA}"/>
              </a:ext>
            </a:extLst>
          </p:cNvPr>
          <p:cNvSpPr>
            <a:spLocks noGrp="1"/>
          </p:cNvSpPr>
          <p:nvPr>
            <p:ph type="dt" sz="half" idx="13"/>
          </p:nvPr>
        </p:nvSpPr>
        <p:spPr>
          <a:xfrm rot="5400000">
            <a:off x="10727757" y="5426418"/>
            <a:ext cx="1613124" cy="313872"/>
          </a:xfrm>
          <a:prstGeom prst="rect">
            <a:avLst/>
          </a:prstGeom>
        </p:spPr>
        <p:txBody>
          <a:bodyPr vert="horz" lIns="91440" tIns="45720" rIns="91440" bIns="45720" rtlCol="0" anchor="ctr"/>
          <a:lstStyle>
            <a:lvl1pPr algn="r">
              <a:defRPr sz="1400" b="0" i="0" cap="all" spc="150" baseline="0">
                <a:solidFill>
                  <a:schemeClr val="bg1">
                    <a:lumMod val="75000"/>
                    <a:lumOff val="25000"/>
                  </a:schemeClr>
                </a:solidFill>
              </a:defRPr>
            </a:lvl1pPr>
          </a:lstStyle>
          <a:p>
            <a:fld id="{2E0B7E05-FC20-44A1-B3B6-E1F90DDD67D7}" type="datetime1">
              <a:rPr lang="en-US" smtClean="0"/>
              <a:t>6/2/2026</a:t>
            </a:fld>
            <a:endParaRPr lang="en-US" dirty="0"/>
          </a:p>
        </p:txBody>
      </p:sp>
    </p:spTree>
    <p:extLst>
      <p:ext uri="{BB962C8B-B14F-4D97-AF65-F5344CB8AC3E}">
        <p14:creationId xmlns:p14="http://schemas.microsoft.com/office/powerpoint/2010/main" val="15422505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C31BC32-6525-5D4C-65FB-434B14F17AA2}"/>
              </a:ext>
              <a:ext uri="{C183D7F6-B498-43B3-948B-1728B52AA6E4}">
                <adec:decorative xmlns:adec="http://schemas.microsoft.com/office/drawing/2017/decorative" val="1"/>
              </a:ext>
            </a:extLst>
          </p:cNvPr>
          <p:cNvPicPr>
            <a:picLocks noChangeAspect="1"/>
          </p:cNvPicPr>
          <p:nvPr userDrawn="1"/>
        </p:nvPicPr>
        <p:blipFill rotWithShape="1">
          <a:blip r:embed="rId2" cstate="screen">
            <a:alphaModFix amt="70000"/>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a:ext>
            </a:extLst>
          </a:blip>
          <a:srcRect/>
          <a:stretch/>
        </p:blipFill>
        <p:spPr>
          <a:xfrm>
            <a:off x="0" y="762000"/>
            <a:ext cx="4410126" cy="5384800"/>
          </a:xfrm>
          <a:prstGeom prst="rect">
            <a:avLst/>
          </a:prstGeom>
        </p:spPr>
      </p:pic>
      <p:pic>
        <p:nvPicPr>
          <p:cNvPr id="2" name="Graphic 1">
            <a:extLst>
              <a:ext uri="{FF2B5EF4-FFF2-40B4-BE49-F238E27FC236}">
                <a16:creationId xmlns:a16="http://schemas.microsoft.com/office/drawing/2014/main" id="{C6DDF47B-4AEC-7B71-4811-29DA88850240}"/>
              </a:ext>
              <a:ext uri="{C183D7F6-B498-43B3-948B-1728B52AA6E4}">
                <adec:decorative xmlns:adec="http://schemas.microsoft.com/office/drawing/2017/decorative" val="1"/>
              </a:ext>
            </a:extLst>
          </p:cNvPr>
          <p:cNvPicPr>
            <a:picLocks noChangeAspect="1"/>
          </p:cNvPicPr>
          <p:nvPr userDrawn="1"/>
        </p:nvPicPr>
        <p:blipFill>
          <a:blip r:embed="rId4" cstate="screen">
            <a:alphaModFix amt="50000"/>
            <a:duotone>
              <a:schemeClr val="accent5">
                <a:shade val="45000"/>
                <a:satMod val="135000"/>
              </a:schemeClr>
              <a:prstClr val="white"/>
            </a:duotone>
            <a:extLst>
              <a:ext uri="{BEBA8EAE-BF5A-486C-A8C5-ECC9F3942E4B}">
                <a14:imgProps xmlns:a14="http://schemas.microsoft.com/office/drawing/2010/main">
                  <a14:imgLayer r:embed="rId5">
                    <a14:imgEffect>
                      <a14:brightnessContrast bright="-40000" contrast="20000"/>
                    </a14:imgEffect>
                  </a14:imgLayer>
                </a14:imgProps>
              </a:ext>
              <a:ext uri="{28A0092B-C50C-407E-A947-70E740481C1C}">
                <a14:useLocalDpi xmlns:a14="http://schemas.microsoft.com/office/drawing/2010/main"/>
              </a:ext>
            </a:extLst>
          </a:blip>
          <a:srcRect/>
          <a:stretch/>
        </p:blipFill>
        <p:spPr>
          <a:xfrm>
            <a:off x="3373042" y="3991221"/>
            <a:ext cx="2156632" cy="2197100"/>
          </a:xfrm>
          <a:prstGeom prst="rect">
            <a:avLst/>
          </a:prstGeom>
        </p:spPr>
      </p:pic>
      <p:cxnSp>
        <p:nvCxnSpPr>
          <p:cNvPr id="7" name="Straight Connector 6">
            <a:extLst>
              <a:ext uri="{FF2B5EF4-FFF2-40B4-BE49-F238E27FC236}">
                <a16:creationId xmlns:a16="http://schemas.microsoft.com/office/drawing/2014/main" id="{3E19688A-41C9-E2A9-D0EB-D213ACE2380C}"/>
              </a:ext>
              <a:ext uri="{C183D7F6-B498-43B3-948B-1728B52AA6E4}">
                <adec:decorative xmlns:adec="http://schemas.microsoft.com/office/drawing/2017/decorative" val="1"/>
              </a:ext>
            </a:extLst>
          </p:cNvPr>
          <p:cNvCxnSpPr/>
          <p:nvPr userDrawn="1"/>
        </p:nvCxnSpPr>
        <p:spPr>
          <a:xfrm>
            <a:off x="11195957" y="295728"/>
            <a:ext cx="0" cy="6259437"/>
          </a:xfrm>
          <a:prstGeom prst="line">
            <a:avLst/>
          </a:prstGeom>
          <a:noFill/>
          <a:ln w="15875">
            <a:gradFill>
              <a:gsLst>
                <a:gs pos="0">
                  <a:schemeClr val="accent5"/>
                </a:gs>
                <a:gs pos="100000">
                  <a:schemeClr val="accent5">
                    <a:lumMod val="50000"/>
                  </a:schemeClr>
                </a:gs>
              </a:gsLst>
              <a:lin ang="5400000" scaled="1"/>
            </a:gradFill>
          </a:ln>
          <a:effectLst/>
        </p:spPr>
        <p:style>
          <a:lnRef idx="1">
            <a:schemeClr val="accent1"/>
          </a:lnRef>
          <a:fillRef idx="3">
            <a:schemeClr val="accent1"/>
          </a:fillRef>
          <a:effectRef idx="2">
            <a:schemeClr val="accent1"/>
          </a:effectRef>
          <a:fontRef idx="minor">
            <a:schemeClr val="lt1"/>
          </a:fontRef>
        </p:style>
      </p:cxnSp>
      <p:sp>
        <p:nvSpPr>
          <p:cNvPr id="15" name="Title 1">
            <a:extLst>
              <a:ext uri="{FF2B5EF4-FFF2-40B4-BE49-F238E27FC236}">
                <a16:creationId xmlns:a16="http://schemas.microsoft.com/office/drawing/2014/main" id="{9B9DA595-C83D-742C-5258-EA4215FD4628}"/>
              </a:ext>
            </a:extLst>
          </p:cNvPr>
          <p:cNvSpPr>
            <a:spLocks noGrp="1"/>
          </p:cNvSpPr>
          <p:nvPr>
            <p:ph type="ctrTitle" hasCustomPrompt="1"/>
          </p:nvPr>
        </p:nvSpPr>
        <p:spPr>
          <a:xfrm>
            <a:off x="5883731" y="876301"/>
            <a:ext cx="4949368" cy="3371850"/>
          </a:xfrm>
          <a:prstGeom prst="rect">
            <a:avLst/>
          </a:prstGeom>
        </p:spPr>
        <p:txBody>
          <a:bodyPr vert="horz" lIns="0" tIns="45720" rIns="91440" bIns="45720" rtlCol="0" anchor="ctr">
            <a:normAutofit/>
          </a:bodyPr>
          <a:lstStyle>
            <a:lvl1pPr>
              <a:defRPr lang="en-US" sz="4400" cap="all" baseline="0" dirty="0">
                <a:solidFill>
                  <a:schemeClr val="bg1">
                    <a:lumMod val="75000"/>
                    <a:lumOff val="25000"/>
                  </a:schemeClr>
                </a:solidFill>
              </a:defRPr>
            </a:lvl1pPr>
          </a:lstStyle>
          <a:p>
            <a:pPr lvl="0"/>
            <a:r>
              <a:rPr lang="en-US" dirty="0"/>
              <a:t>Click to add title</a:t>
            </a:r>
          </a:p>
        </p:txBody>
      </p:sp>
      <p:sp>
        <p:nvSpPr>
          <p:cNvPr id="19" name="Subtitle 2">
            <a:extLst>
              <a:ext uri="{FF2B5EF4-FFF2-40B4-BE49-F238E27FC236}">
                <a16:creationId xmlns:a16="http://schemas.microsoft.com/office/drawing/2014/main" id="{9F9E9671-EF9A-744A-ACDF-3AA17A32AE61}"/>
              </a:ext>
            </a:extLst>
          </p:cNvPr>
          <p:cNvSpPr>
            <a:spLocks noGrp="1"/>
          </p:cNvSpPr>
          <p:nvPr>
            <p:ph type="subTitle" idx="1" hasCustomPrompt="1"/>
          </p:nvPr>
        </p:nvSpPr>
        <p:spPr>
          <a:xfrm>
            <a:off x="5883732" y="4095751"/>
            <a:ext cx="4949366" cy="1993900"/>
          </a:xfrm>
        </p:spPr>
        <p:txBody>
          <a:bodyPr lIns="0" anchor="ctr"/>
          <a:lstStyle>
            <a:lvl1pPr marL="0" indent="0" algn="l">
              <a:lnSpc>
                <a:spcPct val="150000"/>
              </a:lnSpc>
              <a:buNone/>
              <a:defRPr cap="all">
                <a:solidFill>
                  <a:schemeClr val="bg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p:txBody>
      </p:sp>
      <p:sp>
        <p:nvSpPr>
          <p:cNvPr id="12" name="Slide Number Placeholder 5">
            <a:extLst>
              <a:ext uri="{FF2B5EF4-FFF2-40B4-BE49-F238E27FC236}">
                <a16:creationId xmlns:a16="http://schemas.microsoft.com/office/drawing/2014/main" id="{4A25345A-4332-7458-BF6E-B3EC1D4FC03E}"/>
              </a:ext>
            </a:extLst>
          </p:cNvPr>
          <p:cNvSpPr>
            <a:spLocks noGrp="1"/>
          </p:cNvSpPr>
          <p:nvPr>
            <p:ph type="sldNum" sz="quarter" idx="4"/>
          </p:nvPr>
        </p:nvSpPr>
        <p:spPr bwMode="gray">
          <a:xfrm>
            <a:off x="11110685" y="295729"/>
            <a:ext cx="838199" cy="767687"/>
          </a:xfrm>
          <a:prstGeom prst="rect">
            <a:avLst/>
          </a:prstGeom>
        </p:spPr>
        <p:txBody>
          <a:bodyPr vert="horz" lIns="91440" tIns="45720" rIns="91440" bIns="45720" rtlCol="0" anchor="b"/>
          <a:lstStyle>
            <a:lvl1pPr algn="ctr">
              <a:defRPr sz="2800" b="1" i="0" baseline="0">
                <a:solidFill>
                  <a:schemeClr val="bg1">
                    <a:lumMod val="75000"/>
                    <a:lumOff val="25000"/>
                  </a:schemeClr>
                </a:solidFill>
              </a:defRPr>
            </a:lvl1pPr>
          </a:lstStyle>
          <a:p>
            <a:fld id="{D57F1E4F-1CFF-5643-939E-02111984F565}" type="slidenum">
              <a:rPr lang="en-US" smtClean="0"/>
              <a:pPr/>
              <a:t>‹#›</a:t>
            </a:fld>
            <a:endParaRPr lang="en-US" dirty="0"/>
          </a:p>
        </p:txBody>
      </p:sp>
      <p:sp>
        <p:nvSpPr>
          <p:cNvPr id="4" name="Footer Placeholder 4">
            <a:extLst>
              <a:ext uri="{FF2B5EF4-FFF2-40B4-BE49-F238E27FC236}">
                <a16:creationId xmlns:a16="http://schemas.microsoft.com/office/drawing/2014/main" id="{7F39E534-D5FC-2E3E-1997-F7B8482B8494}"/>
              </a:ext>
            </a:extLst>
          </p:cNvPr>
          <p:cNvSpPr>
            <a:spLocks noGrp="1"/>
          </p:cNvSpPr>
          <p:nvPr>
            <p:ph type="ftr" sz="quarter" idx="3"/>
          </p:nvPr>
        </p:nvSpPr>
        <p:spPr>
          <a:xfrm rot="5400000">
            <a:off x="9801196" y="2886728"/>
            <a:ext cx="3475320" cy="304801"/>
          </a:xfrm>
          <a:prstGeom prst="rect">
            <a:avLst/>
          </a:prstGeom>
        </p:spPr>
        <p:txBody>
          <a:bodyPr vert="horz" lIns="91440" tIns="45720" rIns="91440" bIns="45720" rtlCol="0" anchor="ctr"/>
          <a:lstStyle>
            <a:lvl1pPr algn="l">
              <a:defRPr sz="1400" b="0" i="0" cap="all" spc="150" baseline="0">
                <a:solidFill>
                  <a:schemeClr val="bg1">
                    <a:lumMod val="75000"/>
                    <a:lumOff val="25000"/>
                  </a:schemeClr>
                </a:solidFill>
              </a:defRPr>
            </a:lvl1pPr>
          </a:lstStyle>
          <a:p>
            <a:r>
              <a:rPr lang="en-US" dirty="0"/>
              <a:t>Presentation title</a:t>
            </a:r>
          </a:p>
        </p:txBody>
      </p:sp>
      <p:sp>
        <p:nvSpPr>
          <p:cNvPr id="3" name="Date Placeholder 3">
            <a:extLst>
              <a:ext uri="{FF2B5EF4-FFF2-40B4-BE49-F238E27FC236}">
                <a16:creationId xmlns:a16="http://schemas.microsoft.com/office/drawing/2014/main" id="{68965431-1331-1690-65D0-1537F7DDFD56}"/>
              </a:ext>
            </a:extLst>
          </p:cNvPr>
          <p:cNvSpPr>
            <a:spLocks noGrp="1"/>
          </p:cNvSpPr>
          <p:nvPr>
            <p:ph type="dt" sz="half" idx="2"/>
          </p:nvPr>
        </p:nvSpPr>
        <p:spPr>
          <a:xfrm rot="5400000">
            <a:off x="10727757" y="5426418"/>
            <a:ext cx="1613124" cy="313872"/>
          </a:xfrm>
          <a:prstGeom prst="rect">
            <a:avLst/>
          </a:prstGeom>
        </p:spPr>
        <p:txBody>
          <a:bodyPr vert="horz" lIns="91440" tIns="45720" rIns="91440" bIns="45720" rtlCol="0" anchor="ctr"/>
          <a:lstStyle>
            <a:lvl1pPr algn="r">
              <a:defRPr sz="1400" b="0" i="0" cap="all" spc="150" baseline="0">
                <a:solidFill>
                  <a:schemeClr val="bg1">
                    <a:lumMod val="75000"/>
                    <a:lumOff val="25000"/>
                  </a:schemeClr>
                </a:solidFill>
              </a:defRPr>
            </a:lvl1pPr>
          </a:lstStyle>
          <a:p>
            <a:fld id="{4D09747B-A127-40CC-8C3A-7A7B8E925519}" type="datetime1">
              <a:rPr lang="en-US" smtClean="0"/>
              <a:t>6/2/2026</a:t>
            </a:fld>
            <a:endParaRPr lang="en-US" dirty="0"/>
          </a:p>
        </p:txBody>
      </p:sp>
    </p:spTree>
    <p:extLst>
      <p:ext uri="{BB962C8B-B14F-4D97-AF65-F5344CB8AC3E}">
        <p14:creationId xmlns:p14="http://schemas.microsoft.com/office/powerpoint/2010/main" val="27414735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0E0F137D-A107-4C30-1807-F4F7054E257D}"/>
              </a:ext>
              <a:ext uri="{C183D7F6-B498-43B3-948B-1728B52AA6E4}">
                <adec:decorative xmlns:adec="http://schemas.microsoft.com/office/drawing/2017/decorative" val="1"/>
              </a:ext>
            </a:extLst>
          </p:cNvPr>
          <p:cNvPicPr>
            <a:picLocks noChangeAspect="1"/>
          </p:cNvPicPr>
          <p:nvPr userDrawn="1"/>
        </p:nvPicPr>
        <p:blipFill rotWithShape="1">
          <a:blip r:embed="rId2" cstate="screen">
            <a:alphaModFix amt="35000"/>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a:ext>
            </a:extLst>
          </a:blip>
          <a:srcRect t="-3352"/>
          <a:stretch/>
        </p:blipFill>
        <p:spPr>
          <a:xfrm>
            <a:off x="6634824" y="4335877"/>
            <a:ext cx="3617025" cy="2522123"/>
          </a:xfrm>
          <a:prstGeom prst="rect">
            <a:avLst/>
          </a:prstGeom>
        </p:spPr>
      </p:pic>
      <p:pic>
        <p:nvPicPr>
          <p:cNvPr id="10" name="Graphic 9">
            <a:extLst>
              <a:ext uri="{FF2B5EF4-FFF2-40B4-BE49-F238E27FC236}">
                <a16:creationId xmlns:a16="http://schemas.microsoft.com/office/drawing/2014/main" id="{4E9B0889-CF84-D54E-684F-B32B7C32F6D8}"/>
              </a:ext>
              <a:ext uri="{C183D7F6-B498-43B3-948B-1728B52AA6E4}">
                <adec:decorative xmlns:adec="http://schemas.microsoft.com/office/drawing/2017/decorative" val="1"/>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12950" t="24936"/>
          <a:stretch/>
        </p:blipFill>
        <p:spPr>
          <a:xfrm>
            <a:off x="0" y="0"/>
            <a:ext cx="6136802" cy="5312533"/>
          </a:xfrm>
          <a:prstGeom prst="rect">
            <a:avLst/>
          </a:prstGeom>
        </p:spPr>
      </p:pic>
      <p:sp>
        <p:nvSpPr>
          <p:cNvPr id="2" name="Title 1"/>
          <p:cNvSpPr>
            <a:spLocks noGrp="1"/>
          </p:cNvSpPr>
          <p:nvPr>
            <p:ph type="ctrTitle" hasCustomPrompt="1"/>
          </p:nvPr>
        </p:nvSpPr>
        <p:spPr>
          <a:xfrm>
            <a:off x="1154954" y="295729"/>
            <a:ext cx="9219857" cy="5212442"/>
          </a:xfrm>
          <a:prstGeom prst="rect">
            <a:avLst/>
          </a:prstGeom>
        </p:spPr>
        <p:txBody>
          <a:bodyPr vert="horz" lIns="0" tIns="45720" rIns="91440" bIns="45720" rtlCol="0" anchor="ctr">
            <a:normAutofit/>
          </a:bodyPr>
          <a:lstStyle>
            <a:lvl1pPr>
              <a:defRPr lang="en-US" sz="7200" cap="all" baseline="0" dirty="0">
                <a:solidFill>
                  <a:schemeClr val="bg1">
                    <a:lumMod val="75000"/>
                    <a:lumOff val="25000"/>
                  </a:schemeClr>
                </a:solidFill>
              </a:defRPr>
            </a:lvl1pPr>
          </a:lstStyle>
          <a:p>
            <a:pPr lvl="0"/>
            <a:r>
              <a:rPr lang="en-US" dirty="0"/>
              <a:t>Click to add title</a:t>
            </a:r>
          </a:p>
        </p:txBody>
      </p:sp>
      <p:sp>
        <p:nvSpPr>
          <p:cNvPr id="14" name="Slide Number Placeholder 5">
            <a:extLst>
              <a:ext uri="{FF2B5EF4-FFF2-40B4-BE49-F238E27FC236}">
                <a16:creationId xmlns:a16="http://schemas.microsoft.com/office/drawing/2014/main" id="{D6AF80AB-FACE-F1B9-4849-8D42D0E99B69}"/>
              </a:ext>
            </a:extLst>
          </p:cNvPr>
          <p:cNvSpPr>
            <a:spLocks noGrp="1"/>
          </p:cNvSpPr>
          <p:nvPr>
            <p:ph type="sldNum" sz="quarter" idx="4"/>
          </p:nvPr>
        </p:nvSpPr>
        <p:spPr bwMode="gray">
          <a:xfrm>
            <a:off x="11110685" y="295729"/>
            <a:ext cx="838199" cy="767687"/>
          </a:xfrm>
          <a:prstGeom prst="rect">
            <a:avLst/>
          </a:prstGeom>
        </p:spPr>
        <p:txBody>
          <a:bodyPr vert="horz" lIns="91440" tIns="45720" rIns="91440" bIns="45720" rtlCol="0" anchor="b"/>
          <a:lstStyle>
            <a:lvl1pPr algn="ctr">
              <a:defRPr sz="2800" b="1" i="0" baseline="0">
                <a:solidFill>
                  <a:schemeClr val="bg1">
                    <a:lumMod val="75000"/>
                    <a:lumOff val="25000"/>
                  </a:schemeClr>
                </a:solidFill>
              </a:defRPr>
            </a:lvl1pPr>
          </a:lstStyle>
          <a:p>
            <a:fld id="{D57F1E4F-1CFF-5643-939E-02111984F565}" type="slidenum">
              <a:rPr lang="en-US" smtClean="0"/>
              <a:pPr/>
              <a:t>‹#›</a:t>
            </a:fld>
            <a:endParaRPr lang="en-US" dirty="0"/>
          </a:p>
        </p:txBody>
      </p:sp>
      <p:sp>
        <p:nvSpPr>
          <p:cNvPr id="4" name="Footer Placeholder 4">
            <a:extLst>
              <a:ext uri="{FF2B5EF4-FFF2-40B4-BE49-F238E27FC236}">
                <a16:creationId xmlns:a16="http://schemas.microsoft.com/office/drawing/2014/main" id="{7B1614F1-AC58-23AB-10D3-AD1A2DB4EC2C}"/>
              </a:ext>
            </a:extLst>
          </p:cNvPr>
          <p:cNvSpPr>
            <a:spLocks noGrp="1"/>
          </p:cNvSpPr>
          <p:nvPr>
            <p:ph type="ftr" sz="quarter" idx="3"/>
          </p:nvPr>
        </p:nvSpPr>
        <p:spPr>
          <a:xfrm rot="5400000">
            <a:off x="9801196" y="2886728"/>
            <a:ext cx="3475320" cy="304801"/>
          </a:xfrm>
          <a:prstGeom prst="rect">
            <a:avLst/>
          </a:prstGeom>
        </p:spPr>
        <p:txBody>
          <a:bodyPr vert="horz" lIns="91440" tIns="45720" rIns="91440" bIns="45720" rtlCol="0" anchor="ctr"/>
          <a:lstStyle>
            <a:lvl1pPr algn="l">
              <a:defRPr sz="1400" b="0" i="0" cap="all" spc="150" baseline="0">
                <a:solidFill>
                  <a:schemeClr val="bg1">
                    <a:lumMod val="75000"/>
                    <a:lumOff val="25000"/>
                  </a:schemeClr>
                </a:solidFill>
              </a:defRPr>
            </a:lvl1pPr>
          </a:lstStyle>
          <a:p>
            <a:r>
              <a:rPr lang="en-US" dirty="0"/>
              <a:t>Presentation title</a:t>
            </a:r>
          </a:p>
        </p:txBody>
      </p:sp>
      <p:sp>
        <p:nvSpPr>
          <p:cNvPr id="3" name="Date Placeholder 3">
            <a:extLst>
              <a:ext uri="{FF2B5EF4-FFF2-40B4-BE49-F238E27FC236}">
                <a16:creationId xmlns:a16="http://schemas.microsoft.com/office/drawing/2014/main" id="{6BB60D03-E48F-E1A2-990A-3597EB2D6BAB}"/>
              </a:ext>
            </a:extLst>
          </p:cNvPr>
          <p:cNvSpPr>
            <a:spLocks noGrp="1"/>
          </p:cNvSpPr>
          <p:nvPr>
            <p:ph type="dt" sz="half" idx="2"/>
          </p:nvPr>
        </p:nvSpPr>
        <p:spPr>
          <a:xfrm rot="5400000">
            <a:off x="10727757" y="5426418"/>
            <a:ext cx="1613124" cy="313872"/>
          </a:xfrm>
          <a:prstGeom prst="rect">
            <a:avLst/>
          </a:prstGeom>
        </p:spPr>
        <p:txBody>
          <a:bodyPr vert="horz" lIns="91440" tIns="45720" rIns="91440" bIns="45720" rtlCol="0" anchor="ctr"/>
          <a:lstStyle>
            <a:lvl1pPr algn="r">
              <a:defRPr sz="1400" b="0" i="0" cap="all" spc="150" baseline="0">
                <a:solidFill>
                  <a:schemeClr val="bg1">
                    <a:lumMod val="75000"/>
                    <a:lumOff val="25000"/>
                  </a:schemeClr>
                </a:solidFill>
              </a:defRPr>
            </a:lvl1pPr>
          </a:lstStyle>
          <a:p>
            <a:fld id="{008C049B-BC0B-4B08-98F2-2F28A95589EF}" type="datetime1">
              <a:rPr lang="en-US" smtClean="0"/>
              <a:t>6/2/2026</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accent1">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32CF485-28BA-4659-B624-AA1C49B2E30F}" type="datetime1">
              <a:rPr lang="en-US" smtClean="0"/>
              <a:t>6/2/2026</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en-US"/>
              <a:t>Presentation title</a:t>
            </a:r>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D57F1E4F-1CFF-5643-939E-02111984F565}" type="slidenum">
              <a:rPr lang="en-US" smtClean="0"/>
              <a:pPr/>
              <a:t>‹#›</a:t>
            </a:fld>
            <a:endParaRPr lang="en-US" dirty="0"/>
          </a:p>
        </p:txBody>
      </p:sp>
      <p:cxnSp>
        <p:nvCxnSpPr>
          <p:cNvPr id="8" name="Straight Connector 7"/>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78F758CD-7F89-3CA2-74FA-38B39FDF7713}"/>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5">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3349C1E6-7B7B-224C-E782-52C9311FC08A}"/>
              </a:ext>
              <a:ext uri="{C183D7F6-B498-43B3-948B-1728B52AA6E4}">
                <adec:decorative xmlns:adec="http://schemas.microsoft.com/office/drawing/2017/decorative" val="1"/>
              </a:ext>
            </a:extLst>
          </p:cNvPr>
          <p:cNvCxnSpPr/>
          <p:nvPr userDrawn="1"/>
        </p:nvCxnSpPr>
        <p:spPr>
          <a:xfrm>
            <a:off x="11195957" y="295728"/>
            <a:ext cx="0" cy="6259437"/>
          </a:xfrm>
          <a:prstGeom prst="line">
            <a:avLst/>
          </a:prstGeom>
          <a:noFill/>
          <a:ln w="15875">
            <a:solidFill>
              <a:schemeClr val="accent5"/>
            </a:solidFill>
          </a:ln>
          <a:effectLst/>
        </p:spPr>
        <p:style>
          <a:lnRef idx="1">
            <a:schemeClr val="accent1"/>
          </a:lnRef>
          <a:fillRef idx="3">
            <a:schemeClr val="accent1"/>
          </a:fillRef>
          <a:effectRef idx="2">
            <a:schemeClr val="accent1"/>
          </a:effectRef>
          <a:fontRef idx="minor">
            <a:schemeClr val="lt1"/>
          </a:fontRef>
        </p:style>
      </p:cxnSp>
      <p:sp>
        <p:nvSpPr>
          <p:cNvPr id="10" name="Rectangle 9">
            <a:extLst>
              <a:ext uri="{FF2B5EF4-FFF2-40B4-BE49-F238E27FC236}">
                <a16:creationId xmlns:a16="http://schemas.microsoft.com/office/drawing/2014/main" id="{FE06C2E3-0D1D-5608-5453-07C7D0610E27}"/>
              </a:ext>
              <a:ext uri="{C183D7F6-B498-43B3-948B-1728B52AA6E4}">
                <adec:decorative xmlns:adec="http://schemas.microsoft.com/office/drawing/2017/decorative" val="1"/>
              </a:ext>
            </a:extLst>
          </p:cNvPr>
          <p:cNvSpPr/>
          <p:nvPr userDrawn="1"/>
        </p:nvSpPr>
        <p:spPr>
          <a:xfrm>
            <a:off x="310243" y="288622"/>
            <a:ext cx="11582400" cy="6266543"/>
          </a:xfrm>
          <a:prstGeom prst="rect">
            <a:avLst/>
          </a:prstGeom>
          <a:noFill/>
          <a:ln w="15875">
            <a:solidFill>
              <a:schemeClr val="accent5"/>
            </a:solid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083575755"/>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 id="2147483738" r:id="rId14"/>
    <p:sldLayoutId id="2147483649" r:id="rId15"/>
  </p:sldLayoutIdLst>
  <p:hf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microsoft.com/office/2007/relationships/hdphoto" Target="../media/hdphoto4.wdp"/><Relationship Id="rId7" Type="http://schemas.microsoft.com/office/2007/relationships/hdphoto" Target="../media/hdphoto6.wdp"/><Relationship Id="rId2" Type="http://schemas.openxmlformats.org/officeDocument/2006/relationships/image" Target="../media/image13.png"/><Relationship Id="rId1" Type="http://schemas.openxmlformats.org/officeDocument/2006/relationships/slideLayout" Target="../slideLayouts/slideLayout13.xml"/><Relationship Id="rId6" Type="http://schemas.openxmlformats.org/officeDocument/2006/relationships/image" Target="../media/image15.png"/><Relationship Id="rId5" Type="http://schemas.microsoft.com/office/2007/relationships/hdphoto" Target="../media/hdphoto5.wdp"/><Relationship Id="rId10" Type="http://schemas.openxmlformats.org/officeDocument/2006/relationships/image" Target="../media/image17.png"/><Relationship Id="rId4" Type="http://schemas.openxmlformats.org/officeDocument/2006/relationships/image" Target="../media/image14.png"/><Relationship Id="rId9" Type="http://schemas.microsoft.com/office/2007/relationships/hdphoto" Target="../media/hdphoto7.wdp"/></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8.png"/><Relationship Id="rId7" Type="http://schemas.openxmlformats.org/officeDocument/2006/relationships/image" Target="../media/image30.png"/><Relationship Id="rId12"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33.png"/><Relationship Id="rId11" Type="http://schemas.openxmlformats.org/officeDocument/2006/relationships/image" Target="../media/image34.png"/><Relationship Id="rId5" Type="http://schemas.openxmlformats.org/officeDocument/2006/relationships/image" Target="../media/image29.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6.png"/><Relationship Id="rId1" Type="http://schemas.openxmlformats.org/officeDocument/2006/relationships/slideLayout" Target="../slideLayouts/slideLayout13.xml"/><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3.xml"/><Relationship Id="rId4" Type="http://schemas.openxmlformats.org/officeDocument/2006/relationships/image" Target="../media/image43.jpeg"/></Relationships>
</file>

<file path=ppt/slides/_rels/slide1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8.jpg"/><Relationship Id="rId1" Type="http://schemas.openxmlformats.org/officeDocument/2006/relationships/slideLayout" Target="../slideLayouts/slideLayout13.xml"/><Relationship Id="rId5" Type="http://schemas.openxmlformats.org/officeDocument/2006/relationships/image" Target="../media/image53.png"/><Relationship Id="rId4" Type="http://schemas.openxmlformats.org/officeDocument/2006/relationships/image" Target="../media/image49.jpg"/></Relationships>
</file>

<file path=ppt/slides/_rels/slide1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0.jpg"/><Relationship Id="rId1" Type="http://schemas.openxmlformats.org/officeDocument/2006/relationships/slideLayout" Target="../slideLayouts/slideLayout13.xml"/><Relationship Id="rId5" Type="http://schemas.openxmlformats.org/officeDocument/2006/relationships/image" Target="../media/image57.png"/><Relationship Id="rId4" Type="http://schemas.openxmlformats.org/officeDocument/2006/relationships/image" Target="../media/image51.jpg"/></Relationships>
</file>

<file path=ppt/slides/_rels/slide19.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9.png"/><Relationship Id="rId1" Type="http://schemas.openxmlformats.org/officeDocument/2006/relationships/slideLayout" Target="../slideLayouts/slideLayout13.xml"/><Relationship Id="rId5" Type="http://schemas.openxmlformats.org/officeDocument/2006/relationships/image" Target="../media/image56.png"/><Relationship Id="rId4" Type="http://schemas.openxmlformats.org/officeDocument/2006/relationships/image" Target="../media/image61.png"/></Relationships>
</file>

<file path=ppt/slides/_rels/slide2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63.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65.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7.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63.gif"/><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71.png"/></Relationships>
</file>

<file path=ppt/slides/_rels/slide2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microsoft.com/office/2007/relationships/hdphoto" Target="../media/hdphoto8.wdp"/></Relationships>
</file>

<file path=ppt/slides/_rels/slide2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accent1">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CF97FF8-84F1-6589-F9A1-929181315F7C}"/>
              </a:ext>
            </a:extLst>
          </p:cNvPr>
          <p:cNvSpPr/>
          <p:nvPr/>
        </p:nvSpPr>
        <p:spPr>
          <a:xfrm>
            <a:off x="1" y="1"/>
            <a:ext cx="12192000" cy="6858000"/>
          </a:xfrm>
          <a:prstGeom prst="rect">
            <a:avLst/>
          </a:prstGeom>
          <a:gradFill>
            <a:gsLst>
              <a:gs pos="0">
                <a:schemeClr val="accent1">
                  <a:lumMod val="40000"/>
                  <a:lumOff val="60000"/>
                </a:schemeClr>
              </a:gs>
              <a:gs pos="38000">
                <a:schemeClr val="accent1">
                  <a:lumMod val="60000"/>
                  <a:lumOff val="40000"/>
                </a:schemeClr>
              </a:gs>
              <a:gs pos="56000">
                <a:srgbClr val="7FC1DB"/>
              </a:gs>
              <a:gs pos="100000">
                <a:schemeClr val="accent1">
                  <a:lumMod val="75000"/>
                </a:schemeClr>
              </a:gs>
            </a:gsLst>
            <a:lin ang="27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 2"/>
          <p:cNvSpPr/>
          <p:nvPr/>
        </p:nvSpPr>
        <p:spPr>
          <a:xfrm>
            <a:off x="111930" y="1879852"/>
            <a:ext cx="11939633" cy="2189270"/>
          </a:xfrm>
          <a:prstGeom prst="rect">
            <a:avLst/>
          </a:prstGeom>
          <a:noFill/>
          <a:ln/>
        </p:spPr>
        <p:txBody>
          <a:bodyPr wrap="square" lIns="0" tIns="0" rIns="0" bIns="0" rtlCol="0" anchor="ctr"/>
          <a:lstStyle/>
          <a:p>
            <a:pPr algn="ctr"/>
            <a:r>
              <a:rPr lang="en-US" sz="4000" b="1" dirty="0">
                <a:latin typeface="Arial" panose="020B0604020202020204" pitchFamily="34" charset="0"/>
                <a:ea typeface="思源黑体-思源黑体-ExtraBold" pitchFamily="34" charset="-122"/>
                <a:cs typeface="Arial" panose="020B0604020202020204" pitchFamily="34" charset="0"/>
              </a:rPr>
              <a:t>Uniform Dispersion of Oblivious Mobile Robots on Alternate Nodes of an Infinite Grid</a:t>
            </a:r>
            <a:endParaRPr lang="en-US" sz="4000" b="1" dirty="0">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521FE82B-8FBC-A28E-5EAB-A03976FFED8E}"/>
              </a:ext>
            </a:extLst>
          </p:cNvPr>
          <p:cNvGrpSpPr/>
          <p:nvPr/>
        </p:nvGrpSpPr>
        <p:grpSpPr>
          <a:xfrm>
            <a:off x="1067268" y="5390130"/>
            <a:ext cx="3105110" cy="895187"/>
            <a:chOff x="1067268" y="5390130"/>
            <a:chExt cx="3105110" cy="895187"/>
          </a:xfrm>
        </p:grpSpPr>
        <p:sp>
          <p:nvSpPr>
            <p:cNvPr id="12" name="Text 0"/>
            <p:cNvSpPr/>
            <p:nvPr/>
          </p:nvSpPr>
          <p:spPr>
            <a:xfrm>
              <a:off x="1085698" y="5390130"/>
              <a:ext cx="3086680" cy="381662"/>
            </a:xfrm>
            <a:prstGeom prst="rect">
              <a:avLst/>
            </a:prstGeom>
            <a:noFill/>
            <a:ln/>
          </p:spPr>
          <p:txBody>
            <a:bodyPr wrap="none" lIns="0" tIns="0" rIns="0" bIns="0" rtlCol="0" anchor="ctr"/>
            <a:lstStyle/>
            <a:p>
              <a:pPr marL="0" indent="0" algn="l">
                <a:lnSpc>
                  <a:spcPts val="3120"/>
                </a:lnSpc>
                <a:buNone/>
              </a:pPr>
              <a:r>
                <a:rPr lang="en-US" sz="1400" dirty="0">
                  <a:latin typeface="Rockwell" panose="02060603020205020403" pitchFamily="18" charset="0"/>
                </a:rPr>
                <a:t>Sudip Naskar</a:t>
              </a:r>
            </a:p>
          </p:txBody>
        </p:sp>
        <p:sp>
          <p:nvSpPr>
            <p:cNvPr id="13" name="Text 1"/>
            <p:cNvSpPr/>
            <p:nvPr/>
          </p:nvSpPr>
          <p:spPr>
            <a:xfrm>
              <a:off x="1076483" y="5801603"/>
              <a:ext cx="3086680" cy="234202"/>
            </a:xfrm>
            <a:prstGeom prst="rect">
              <a:avLst/>
            </a:prstGeom>
            <a:noFill/>
            <a:ln/>
          </p:spPr>
          <p:txBody>
            <a:bodyPr wrap="none" lIns="0" tIns="0" rIns="0" bIns="0" rtlCol="0" anchor="ctr"/>
            <a:lstStyle/>
            <a:p>
              <a:pPr marL="0" indent="0" algn="l">
                <a:lnSpc>
                  <a:spcPts val="1870"/>
                </a:lnSpc>
                <a:buNone/>
              </a:pPr>
              <a:r>
                <a:rPr lang="en-US" sz="1250" dirty="0">
                  <a:latin typeface="Rockwell" panose="02060603020205020403" pitchFamily="18" charset="0"/>
                  <a:ea typeface="思源黑体-思源黑体-Medium" pitchFamily="34" charset="-122"/>
                </a:rPr>
                <a:t>Roll No: 002211001131</a:t>
              </a:r>
              <a:endParaRPr lang="en-US" sz="1250" dirty="0">
                <a:latin typeface="Rockwell" panose="02060603020205020403" pitchFamily="18" charset="0"/>
              </a:endParaRPr>
            </a:p>
          </p:txBody>
        </p:sp>
        <p:sp>
          <p:nvSpPr>
            <p:cNvPr id="16" name="Text 1"/>
            <p:cNvSpPr/>
            <p:nvPr/>
          </p:nvSpPr>
          <p:spPr>
            <a:xfrm>
              <a:off x="1067268" y="6051115"/>
              <a:ext cx="3086680" cy="234202"/>
            </a:xfrm>
            <a:prstGeom prst="rect">
              <a:avLst/>
            </a:prstGeom>
            <a:noFill/>
            <a:ln/>
          </p:spPr>
          <p:txBody>
            <a:bodyPr wrap="none" lIns="0" tIns="0" rIns="0" bIns="0" rtlCol="0" anchor="ctr"/>
            <a:lstStyle/>
            <a:p>
              <a:pPr marL="0" indent="0" algn="l">
                <a:lnSpc>
                  <a:spcPts val="1870"/>
                </a:lnSpc>
                <a:buNone/>
              </a:pPr>
              <a:r>
                <a:rPr lang="en-US" sz="1250" dirty="0">
                  <a:latin typeface="Rockwell" panose="02060603020205020403" pitchFamily="18" charset="0"/>
                  <a:ea typeface="思源黑体-思源黑体-Medium" pitchFamily="34" charset="-122"/>
                  <a:cs typeface="思源黑体-思源黑体-Medium" pitchFamily="34" charset="-120"/>
                </a:rPr>
                <a:t>Department: Information Technology</a:t>
              </a:r>
              <a:endParaRPr lang="en-US" sz="1250" dirty="0">
                <a:latin typeface="Rockwell" panose="02060603020205020403" pitchFamily="18" charset="0"/>
              </a:endParaRPr>
            </a:p>
          </p:txBody>
        </p:sp>
      </p:grpSp>
      <p:sp>
        <p:nvSpPr>
          <p:cNvPr id="19" name="Text 1"/>
          <p:cNvSpPr/>
          <p:nvPr/>
        </p:nvSpPr>
        <p:spPr>
          <a:xfrm>
            <a:off x="4364602" y="3681038"/>
            <a:ext cx="3538235" cy="530839"/>
          </a:xfrm>
          <a:prstGeom prst="rect">
            <a:avLst/>
          </a:prstGeom>
          <a:noFill/>
          <a:ln/>
        </p:spPr>
        <p:txBody>
          <a:bodyPr wrap="none" lIns="0" tIns="0" rIns="0" bIns="0" rtlCol="0" anchor="ctr"/>
          <a:lstStyle/>
          <a:p>
            <a:pPr marL="0" indent="0" algn="ctr">
              <a:lnSpc>
                <a:spcPts val="1870"/>
              </a:lnSpc>
              <a:buNone/>
            </a:pPr>
            <a:r>
              <a:rPr lang="en-US" sz="1600" b="1" dirty="0">
                <a:latin typeface="Rockwell" panose="02060603020205020403" pitchFamily="18" charset="0"/>
                <a:ea typeface="思源黑体-思源黑体-Medium" pitchFamily="34" charset="-122"/>
                <a:cs typeface="思源黑体-思源黑体-Medium" pitchFamily="34" charset="-120"/>
              </a:rPr>
              <a:t>Group No</a:t>
            </a:r>
            <a:r>
              <a:rPr lang="en-US" sz="1600" b="1" dirty="0">
                <a:latin typeface="Cambria" panose="02040503050406030204" pitchFamily="18" charset="0"/>
                <a:ea typeface="Cambria" panose="02040503050406030204" pitchFamily="18" charset="0"/>
                <a:cs typeface="思源黑体-思源黑体-Medium" pitchFamily="34" charset="-120"/>
              </a:rPr>
              <a:t>: </a:t>
            </a:r>
            <a:r>
              <a:rPr lang="en-US" sz="1600" b="1" dirty="0">
                <a:latin typeface="Rockwell" panose="02060603020205020403" pitchFamily="18" charset="0"/>
                <a:ea typeface="思源黑体-思源黑体-Medium" pitchFamily="34" charset="-122"/>
                <a:cs typeface="思源黑体-思源黑体-Medium" pitchFamily="34" charset="-120"/>
              </a:rPr>
              <a:t>20</a:t>
            </a:r>
          </a:p>
          <a:p>
            <a:pPr marL="0" indent="0" algn="ctr">
              <a:lnSpc>
                <a:spcPts val="1870"/>
              </a:lnSpc>
              <a:buNone/>
            </a:pPr>
            <a:r>
              <a:rPr lang="en-US" sz="1600" dirty="0">
                <a:latin typeface="Rockwell" panose="02060603020205020403" pitchFamily="18" charset="0"/>
                <a:ea typeface="思源黑体-思源黑体-Medium" pitchFamily="34" charset="-122"/>
                <a:cs typeface="思源黑体-思源黑体-Medium" pitchFamily="34" charset="-120"/>
              </a:rPr>
              <a:t>Date: 2</a:t>
            </a:r>
            <a:r>
              <a:rPr lang="en-US" sz="1600" baseline="30000" dirty="0">
                <a:latin typeface="Rockwell" panose="02060603020205020403" pitchFamily="18" charset="0"/>
                <a:ea typeface="思源黑体-思源黑体-Medium" pitchFamily="34" charset="-122"/>
                <a:cs typeface="思源黑体-思源黑体-Medium" pitchFamily="34" charset="-120"/>
              </a:rPr>
              <a:t>nd</a:t>
            </a:r>
            <a:r>
              <a:rPr lang="en-US" sz="1600" dirty="0">
                <a:latin typeface="Rockwell" panose="02060603020205020403" pitchFamily="18" charset="0"/>
                <a:ea typeface="思源黑体-思源黑体-Medium" pitchFamily="34" charset="-122"/>
                <a:cs typeface="思源黑体-思源黑体-Medium" pitchFamily="34" charset="-120"/>
              </a:rPr>
              <a:t>  June 2026</a:t>
            </a:r>
            <a:endParaRPr lang="en-US" sz="1600" dirty="0">
              <a:latin typeface="Rockwell" panose="02060603020205020403" pitchFamily="18" charset="0"/>
            </a:endParaRPr>
          </a:p>
        </p:txBody>
      </p:sp>
      <p:grpSp>
        <p:nvGrpSpPr>
          <p:cNvPr id="7" name="Group 6">
            <a:extLst>
              <a:ext uri="{FF2B5EF4-FFF2-40B4-BE49-F238E27FC236}">
                <a16:creationId xmlns:a16="http://schemas.microsoft.com/office/drawing/2014/main" id="{36832455-61CB-4896-61E2-BD480B530B14}"/>
              </a:ext>
            </a:extLst>
          </p:cNvPr>
          <p:cNvGrpSpPr/>
          <p:nvPr/>
        </p:nvGrpSpPr>
        <p:grpSpPr>
          <a:xfrm>
            <a:off x="4569127" y="5408469"/>
            <a:ext cx="3645251" cy="903460"/>
            <a:chOff x="4569127" y="5408469"/>
            <a:chExt cx="3645251" cy="903460"/>
          </a:xfrm>
        </p:grpSpPr>
        <p:sp>
          <p:nvSpPr>
            <p:cNvPr id="20" name="Text 0"/>
            <p:cNvSpPr/>
            <p:nvPr/>
          </p:nvSpPr>
          <p:spPr>
            <a:xfrm>
              <a:off x="4578342" y="5408469"/>
              <a:ext cx="3636036" cy="381662"/>
            </a:xfrm>
            <a:prstGeom prst="rect">
              <a:avLst/>
            </a:prstGeom>
            <a:noFill/>
            <a:ln/>
          </p:spPr>
          <p:txBody>
            <a:bodyPr wrap="none" lIns="0" tIns="0" rIns="0" bIns="0" rtlCol="0" anchor="ctr"/>
            <a:lstStyle/>
            <a:p>
              <a:pPr marL="0" indent="0" algn="l">
                <a:lnSpc>
                  <a:spcPts val="3120"/>
                </a:lnSpc>
                <a:buNone/>
              </a:pPr>
              <a:r>
                <a:rPr lang="en-US" sz="1400" dirty="0" err="1">
                  <a:latin typeface="Rockwell" panose="02060603020205020403" pitchFamily="18" charset="0"/>
                </a:rPr>
                <a:t>Subhadip</a:t>
              </a:r>
              <a:r>
                <a:rPr lang="en-US" sz="1400" dirty="0">
                  <a:latin typeface="Rockwell" panose="02060603020205020403" pitchFamily="18" charset="0"/>
                </a:rPr>
                <a:t> </a:t>
              </a:r>
              <a:r>
                <a:rPr lang="en-US" sz="1400" dirty="0" err="1">
                  <a:latin typeface="Rockwell" panose="02060603020205020403" pitchFamily="18" charset="0"/>
                </a:rPr>
                <a:t>Sinha</a:t>
              </a:r>
              <a:endParaRPr lang="en-US" sz="1400" dirty="0">
                <a:latin typeface="Rockwell" panose="02060603020205020403" pitchFamily="18" charset="0"/>
              </a:endParaRPr>
            </a:p>
          </p:txBody>
        </p:sp>
        <p:sp>
          <p:nvSpPr>
            <p:cNvPr id="21" name="Text 1"/>
            <p:cNvSpPr/>
            <p:nvPr/>
          </p:nvSpPr>
          <p:spPr>
            <a:xfrm>
              <a:off x="4569127" y="5819179"/>
              <a:ext cx="3224911" cy="234202"/>
            </a:xfrm>
            <a:prstGeom prst="rect">
              <a:avLst/>
            </a:prstGeom>
            <a:noFill/>
            <a:ln/>
          </p:spPr>
          <p:txBody>
            <a:bodyPr wrap="none" lIns="0" tIns="0" rIns="0" bIns="0" rtlCol="0" anchor="ctr"/>
            <a:lstStyle/>
            <a:p>
              <a:pPr marL="0" indent="0" algn="l">
                <a:lnSpc>
                  <a:spcPts val="1870"/>
                </a:lnSpc>
                <a:buNone/>
              </a:pPr>
              <a:r>
                <a:rPr lang="en-US" sz="1250" dirty="0">
                  <a:latin typeface="Rockwell" panose="02060603020205020403" pitchFamily="18" charset="0"/>
                  <a:ea typeface="思源黑体-思源黑体-Medium" pitchFamily="34" charset="-122"/>
                </a:rPr>
                <a:t>Roll No: 002111001154</a:t>
              </a:r>
              <a:endParaRPr lang="en-US" sz="1250" dirty="0">
                <a:latin typeface="Rockwell" panose="02060603020205020403" pitchFamily="18" charset="0"/>
              </a:endParaRPr>
            </a:p>
          </p:txBody>
        </p:sp>
        <p:sp>
          <p:nvSpPr>
            <p:cNvPr id="22" name="Text 1"/>
            <p:cNvSpPr/>
            <p:nvPr/>
          </p:nvSpPr>
          <p:spPr>
            <a:xfrm>
              <a:off x="4569127" y="6077727"/>
              <a:ext cx="3344712" cy="234202"/>
            </a:xfrm>
            <a:prstGeom prst="rect">
              <a:avLst/>
            </a:prstGeom>
            <a:noFill/>
            <a:ln/>
          </p:spPr>
          <p:txBody>
            <a:bodyPr wrap="none" lIns="0" tIns="0" rIns="0" bIns="0" rtlCol="0" anchor="ctr"/>
            <a:lstStyle/>
            <a:p>
              <a:pPr marL="0" indent="0" algn="l">
                <a:lnSpc>
                  <a:spcPts val="1870"/>
                </a:lnSpc>
                <a:buNone/>
              </a:pPr>
              <a:r>
                <a:rPr lang="en-US" sz="1250" dirty="0">
                  <a:latin typeface="Rockwell" panose="02060603020205020403" pitchFamily="18" charset="0"/>
                  <a:ea typeface="思源黑体-思源黑体-Medium" pitchFamily="34" charset="-122"/>
                  <a:cs typeface="思源黑体-思源黑体-Medium" pitchFamily="34" charset="-120"/>
                </a:rPr>
                <a:t>Department: Information Technology</a:t>
              </a:r>
              <a:endParaRPr lang="en-US" sz="1250" dirty="0">
                <a:latin typeface="Rockwell" panose="02060603020205020403" pitchFamily="18" charset="0"/>
              </a:endParaRPr>
            </a:p>
          </p:txBody>
        </p:sp>
      </p:grpSp>
      <p:grpSp>
        <p:nvGrpSpPr>
          <p:cNvPr id="8" name="Group 7">
            <a:extLst>
              <a:ext uri="{FF2B5EF4-FFF2-40B4-BE49-F238E27FC236}">
                <a16:creationId xmlns:a16="http://schemas.microsoft.com/office/drawing/2014/main" id="{A6ACC66F-16E8-6E8D-E832-0D7BF68A3FDC}"/>
              </a:ext>
            </a:extLst>
          </p:cNvPr>
          <p:cNvGrpSpPr/>
          <p:nvPr/>
        </p:nvGrpSpPr>
        <p:grpSpPr>
          <a:xfrm>
            <a:off x="8264510" y="5392834"/>
            <a:ext cx="3645252" cy="924018"/>
            <a:chOff x="8264510" y="5392834"/>
            <a:chExt cx="3645252" cy="924018"/>
          </a:xfrm>
        </p:grpSpPr>
        <p:sp>
          <p:nvSpPr>
            <p:cNvPr id="25" name="Text 0"/>
            <p:cNvSpPr/>
            <p:nvPr/>
          </p:nvSpPr>
          <p:spPr>
            <a:xfrm>
              <a:off x="8264510" y="5392834"/>
              <a:ext cx="3636036" cy="381662"/>
            </a:xfrm>
            <a:prstGeom prst="rect">
              <a:avLst/>
            </a:prstGeom>
            <a:noFill/>
            <a:ln/>
          </p:spPr>
          <p:txBody>
            <a:bodyPr wrap="none" lIns="0" tIns="0" rIns="0" bIns="0" rtlCol="0" anchor="ctr"/>
            <a:lstStyle/>
            <a:p>
              <a:pPr marL="0" indent="0" algn="l">
                <a:lnSpc>
                  <a:spcPts val="3120"/>
                </a:lnSpc>
                <a:buNone/>
              </a:pPr>
              <a:r>
                <a:rPr lang="en-US" sz="1400" dirty="0" err="1">
                  <a:latin typeface="Rockwell" panose="02060603020205020403" pitchFamily="18" charset="0"/>
                </a:rPr>
                <a:t>Subhas</a:t>
              </a:r>
              <a:r>
                <a:rPr lang="en-US" sz="1400" dirty="0">
                  <a:latin typeface="Rockwell" panose="02060603020205020403" pitchFamily="18" charset="0"/>
                </a:rPr>
                <a:t> Chandra Shit</a:t>
              </a:r>
            </a:p>
          </p:txBody>
        </p:sp>
        <p:sp>
          <p:nvSpPr>
            <p:cNvPr id="26" name="Text 1"/>
            <p:cNvSpPr/>
            <p:nvPr/>
          </p:nvSpPr>
          <p:spPr>
            <a:xfrm>
              <a:off x="8273726" y="5812579"/>
              <a:ext cx="3636036" cy="234202"/>
            </a:xfrm>
            <a:prstGeom prst="rect">
              <a:avLst/>
            </a:prstGeom>
            <a:noFill/>
            <a:ln/>
          </p:spPr>
          <p:txBody>
            <a:bodyPr wrap="none" lIns="0" tIns="0" rIns="0" bIns="0" rtlCol="0" anchor="ctr"/>
            <a:lstStyle/>
            <a:p>
              <a:pPr marL="0" indent="0" algn="l">
                <a:lnSpc>
                  <a:spcPts val="1870"/>
                </a:lnSpc>
                <a:buNone/>
              </a:pPr>
              <a:r>
                <a:rPr lang="en-US" sz="1250" dirty="0">
                  <a:latin typeface="Rockwell" panose="02060603020205020403" pitchFamily="18" charset="0"/>
                  <a:ea typeface="思源黑体-思源黑体-Medium" pitchFamily="34" charset="-122"/>
                </a:rPr>
                <a:t>Roll No: 002211001130</a:t>
              </a:r>
              <a:endParaRPr lang="en-US" sz="1250" dirty="0">
                <a:latin typeface="Rockwell" panose="02060603020205020403" pitchFamily="18" charset="0"/>
              </a:endParaRPr>
            </a:p>
          </p:txBody>
        </p:sp>
        <p:sp>
          <p:nvSpPr>
            <p:cNvPr id="27" name="Text 1"/>
            <p:cNvSpPr/>
            <p:nvPr/>
          </p:nvSpPr>
          <p:spPr>
            <a:xfrm>
              <a:off x="8271630" y="6082650"/>
              <a:ext cx="3636036" cy="234202"/>
            </a:xfrm>
            <a:prstGeom prst="rect">
              <a:avLst/>
            </a:prstGeom>
            <a:noFill/>
            <a:ln/>
          </p:spPr>
          <p:txBody>
            <a:bodyPr wrap="none" lIns="0" tIns="0" rIns="0" bIns="0" rtlCol="0" anchor="ctr"/>
            <a:lstStyle/>
            <a:p>
              <a:pPr marL="0" indent="0" algn="l">
                <a:lnSpc>
                  <a:spcPts val="1870"/>
                </a:lnSpc>
                <a:buNone/>
              </a:pPr>
              <a:r>
                <a:rPr lang="en-US" sz="1250" dirty="0">
                  <a:latin typeface="Rockwell" panose="02060603020205020403" pitchFamily="18" charset="0"/>
                  <a:ea typeface="思源黑体-思源黑体-Medium" pitchFamily="34" charset="-122"/>
                  <a:cs typeface="思源黑体-思源黑体-Medium" pitchFamily="34" charset="-120"/>
                </a:rPr>
                <a:t>Department: Information Technology</a:t>
              </a:r>
              <a:endParaRPr lang="en-US" sz="1250" dirty="0">
                <a:latin typeface="Rockwell" panose="02060603020205020403" pitchFamily="18" charset="0"/>
              </a:endParaRPr>
            </a:p>
          </p:txBody>
        </p:sp>
      </p:grpSp>
      <p:pic>
        <p:nvPicPr>
          <p:cNvPr id="31" name="Image 2" descr="preencoded.png"/>
          <p:cNvPicPr>
            <a:picLocks noChangeAspect="1"/>
          </p:cNvPicPr>
          <p:nvPr/>
        </p:nvPicPr>
        <p:blipFill>
          <a:blip r:embed="rId2"/>
          <a:stretch>
            <a:fillRect/>
          </a:stretch>
        </p:blipFill>
        <p:spPr>
          <a:xfrm flipV="1">
            <a:off x="403756" y="3624083"/>
            <a:ext cx="11459927" cy="43370"/>
          </a:xfrm>
          <a:prstGeom prst="rect">
            <a:avLst/>
          </a:prstGeom>
          <a:solidFill>
            <a:srgbClr val="00B0F0"/>
          </a:solidFill>
          <a:ln>
            <a:solidFill>
              <a:srgbClr val="00B050"/>
            </a:solidFill>
          </a:ln>
        </p:spPr>
      </p:pic>
      <p:sp>
        <p:nvSpPr>
          <p:cNvPr id="32" name="Text 0"/>
          <p:cNvSpPr/>
          <p:nvPr/>
        </p:nvSpPr>
        <p:spPr>
          <a:xfrm>
            <a:off x="403756" y="5072749"/>
            <a:ext cx="3086680" cy="381662"/>
          </a:xfrm>
          <a:prstGeom prst="rect">
            <a:avLst/>
          </a:prstGeom>
          <a:noFill/>
          <a:ln/>
        </p:spPr>
        <p:txBody>
          <a:bodyPr wrap="none" lIns="0" tIns="0" rIns="0" bIns="0" rtlCol="0" anchor="ctr"/>
          <a:lstStyle/>
          <a:p>
            <a:pPr marL="0" indent="0" algn="l">
              <a:lnSpc>
                <a:spcPts val="3120"/>
              </a:lnSpc>
              <a:buNone/>
            </a:pPr>
            <a:r>
              <a:rPr lang="en-US" sz="2000" b="1" dirty="0">
                <a:latin typeface="Arial" panose="020B0604020202020204" pitchFamily="34" charset="0"/>
                <a:cs typeface="Arial" panose="020B0604020202020204" pitchFamily="34" charset="0"/>
              </a:rPr>
              <a:t>Presented By:</a:t>
            </a:r>
          </a:p>
        </p:txBody>
      </p:sp>
      <p:sp>
        <p:nvSpPr>
          <p:cNvPr id="3" name="TextBox 2">
            <a:extLst>
              <a:ext uri="{FF2B5EF4-FFF2-40B4-BE49-F238E27FC236}">
                <a16:creationId xmlns:a16="http://schemas.microsoft.com/office/drawing/2014/main" id="{C7FE1340-22F7-D952-F635-C67CF4B9453F}"/>
              </a:ext>
            </a:extLst>
          </p:cNvPr>
          <p:cNvSpPr txBox="1"/>
          <p:nvPr/>
        </p:nvSpPr>
        <p:spPr>
          <a:xfrm>
            <a:off x="315288" y="4135712"/>
            <a:ext cx="2426488" cy="400110"/>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Mentor By:</a:t>
            </a:r>
            <a:endParaRPr lang="en-IN" sz="2000"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389EFE5F-C89A-33E4-B694-45C17F2B11BE}"/>
              </a:ext>
            </a:extLst>
          </p:cNvPr>
          <p:cNvSpPr txBox="1"/>
          <p:nvPr/>
        </p:nvSpPr>
        <p:spPr>
          <a:xfrm>
            <a:off x="1085697" y="4545036"/>
            <a:ext cx="3373091" cy="430887"/>
          </a:xfrm>
          <a:prstGeom prst="rect">
            <a:avLst/>
          </a:prstGeom>
          <a:noFill/>
        </p:spPr>
        <p:txBody>
          <a:bodyPr wrap="square" rtlCol="0">
            <a:spAutoFit/>
          </a:bodyPr>
          <a:lstStyle/>
          <a:p>
            <a:r>
              <a:rPr lang="en-US" sz="2200" dirty="0">
                <a:latin typeface="Rockwell" panose="02060603020205020403" pitchFamily="18" charset="0"/>
              </a:rPr>
              <a:t>Dr. Sruti Gan Chaudhuri </a:t>
            </a:r>
            <a:endParaRPr lang="en-IN" sz="2200" dirty="0">
              <a:latin typeface="Rockwell" panose="02060603020205020403" pitchFamily="18" charset="0"/>
            </a:endParaRPr>
          </a:p>
        </p:txBody>
      </p:sp>
      <p:pic>
        <p:nvPicPr>
          <p:cNvPr id="55" name="Picture 54">
            <a:extLst>
              <a:ext uri="{FF2B5EF4-FFF2-40B4-BE49-F238E27FC236}">
                <a16:creationId xmlns:a16="http://schemas.microsoft.com/office/drawing/2014/main" id="{D44B8BD2-08BE-C740-17E7-952E3AA393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144"/>
            <a:ext cx="12192000" cy="2368052"/>
          </a:xfrm>
          <a:prstGeom prst="rect">
            <a:avLst/>
          </a:prstGeom>
        </p:spPr>
      </p:pic>
    </p:spTree>
    <p:extLst>
      <p:ext uri="{BB962C8B-B14F-4D97-AF65-F5344CB8AC3E}">
        <p14:creationId xmlns:p14="http://schemas.microsoft.com/office/powerpoint/2010/main" val="17129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750"/>
                                        <p:tgtEl>
                                          <p:spTgt spid="31"/>
                                        </p:tgtEl>
                                      </p:cBhvr>
                                    </p:animEffect>
                                    <p:anim calcmode="lin" valueType="num">
                                      <p:cBhvr>
                                        <p:cTn id="14" dur="750" fill="hold"/>
                                        <p:tgtEl>
                                          <p:spTgt spid="31"/>
                                        </p:tgtEl>
                                        <p:attrNameLst>
                                          <p:attrName>ppt_x</p:attrName>
                                        </p:attrNameLst>
                                      </p:cBhvr>
                                      <p:tavLst>
                                        <p:tav tm="0">
                                          <p:val>
                                            <p:strVal val="#ppt_x"/>
                                          </p:val>
                                        </p:tav>
                                        <p:tav tm="100000">
                                          <p:val>
                                            <p:strVal val="#ppt_x"/>
                                          </p:val>
                                        </p:tav>
                                      </p:tavLst>
                                    </p:anim>
                                    <p:anim calcmode="lin" valueType="num">
                                      <p:cBhvr>
                                        <p:cTn id="15" dur="750" fill="hold"/>
                                        <p:tgtEl>
                                          <p:spTgt spid="31"/>
                                        </p:tgtEl>
                                        <p:attrNameLst>
                                          <p:attrName>ppt_y</p:attrName>
                                        </p:attrNameLst>
                                      </p:cBhvr>
                                      <p:tavLst>
                                        <p:tav tm="0">
                                          <p:val>
                                            <p:strVal val="#ppt_y+.1"/>
                                          </p:val>
                                        </p:tav>
                                        <p:tav tm="100000">
                                          <p:val>
                                            <p:strVal val="#ppt_y"/>
                                          </p:val>
                                        </p:tav>
                                      </p:tavLst>
                                    </p:anim>
                                  </p:childTnLst>
                                </p:cTn>
                              </p:par>
                            </p:childTnLst>
                          </p:cTn>
                        </p:par>
                        <p:par>
                          <p:cTn id="16" fill="hold">
                            <p:stCondLst>
                              <p:cond delay="1750"/>
                            </p:stCondLst>
                            <p:childTnLst>
                              <p:par>
                                <p:cTn id="17" presetID="42" presetClass="entr" presetSubtype="0" fill="hold" grpId="0"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750"/>
                                        <p:tgtEl>
                                          <p:spTgt spid="19"/>
                                        </p:tgtEl>
                                      </p:cBhvr>
                                    </p:animEffect>
                                    <p:anim calcmode="lin" valueType="num">
                                      <p:cBhvr>
                                        <p:cTn id="20" dur="750" fill="hold"/>
                                        <p:tgtEl>
                                          <p:spTgt spid="19"/>
                                        </p:tgtEl>
                                        <p:attrNameLst>
                                          <p:attrName>ppt_x</p:attrName>
                                        </p:attrNameLst>
                                      </p:cBhvr>
                                      <p:tavLst>
                                        <p:tav tm="0">
                                          <p:val>
                                            <p:strVal val="#ppt_x"/>
                                          </p:val>
                                        </p:tav>
                                        <p:tav tm="100000">
                                          <p:val>
                                            <p:strVal val="#ppt_x"/>
                                          </p:val>
                                        </p:tav>
                                      </p:tavLst>
                                    </p:anim>
                                    <p:anim calcmode="lin" valueType="num">
                                      <p:cBhvr>
                                        <p:cTn id="21" dur="750" fill="hold"/>
                                        <p:tgtEl>
                                          <p:spTgt spid="19"/>
                                        </p:tgtEl>
                                        <p:attrNameLst>
                                          <p:attrName>ppt_y</p:attrName>
                                        </p:attrNameLst>
                                      </p:cBhvr>
                                      <p:tavLst>
                                        <p:tav tm="0">
                                          <p:val>
                                            <p:strVal val="#ppt_y+.1"/>
                                          </p:val>
                                        </p:tav>
                                        <p:tav tm="100000">
                                          <p:val>
                                            <p:strVal val="#ppt_y"/>
                                          </p:val>
                                        </p:tav>
                                      </p:tavLst>
                                    </p:anim>
                                  </p:childTnLst>
                                </p:cTn>
                              </p:par>
                            </p:childTnLst>
                          </p:cTn>
                        </p:par>
                        <p:par>
                          <p:cTn id="22" fill="hold">
                            <p:stCondLst>
                              <p:cond delay="2500"/>
                            </p:stCondLst>
                            <p:childTnLst>
                              <p:par>
                                <p:cTn id="23" presetID="22" presetClass="entr" presetSubtype="8" fill="hold" grpId="0"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childTnLst>
                          </p:cTn>
                        </p:par>
                        <p:par>
                          <p:cTn id="26" fill="hold">
                            <p:stCondLst>
                              <p:cond delay="3000"/>
                            </p:stCondLst>
                            <p:childTnLst>
                              <p:par>
                                <p:cTn id="27" presetID="10" presetClass="entr" presetSubtype="0" fill="hold" grpId="0"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750"/>
                                        <p:tgtEl>
                                          <p:spTgt spid="4"/>
                                        </p:tgtEl>
                                      </p:cBhvr>
                                    </p:animEffect>
                                  </p:childTnLst>
                                </p:cTn>
                              </p:par>
                            </p:childTnLst>
                          </p:cTn>
                        </p:par>
                        <p:par>
                          <p:cTn id="30" fill="hold">
                            <p:stCondLst>
                              <p:cond delay="3750"/>
                            </p:stCondLst>
                            <p:childTnLst>
                              <p:par>
                                <p:cTn id="31" presetID="22" presetClass="entr" presetSubtype="8" fill="hold" grpId="0" nodeType="after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wipe(left)">
                                      <p:cBhvr>
                                        <p:cTn id="33" dur="500"/>
                                        <p:tgtEl>
                                          <p:spTgt spid="32"/>
                                        </p:tgtEl>
                                      </p:cBhvr>
                                    </p:animEffect>
                                  </p:childTnLst>
                                </p:cTn>
                              </p:par>
                            </p:childTnLst>
                          </p:cTn>
                        </p:par>
                        <p:par>
                          <p:cTn id="34" fill="hold">
                            <p:stCondLst>
                              <p:cond delay="4250"/>
                            </p:stCondLst>
                            <p:childTnLst>
                              <p:par>
                                <p:cTn id="35" presetID="10" presetClass="entr" presetSubtype="0" fill="hold" nodeType="after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fade">
                                      <p:cBhvr>
                                        <p:cTn id="37" dur="750"/>
                                        <p:tgtEl>
                                          <p:spTgt spid="2"/>
                                        </p:tgtEl>
                                      </p:cBhvr>
                                    </p:animEffect>
                                  </p:childTnLst>
                                </p:cTn>
                              </p:par>
                            </p:childTnLst>
                          </p:cTn>
                        </p:par>
                        <p:par>
                          <p:cTn id="38" fill="hold">
                            <p:stCondLst>
                              <p:cond delay="5000"/>
                            </p:stCondLst>
                            <p:childTnLst>
                              <p:par>
                                <p:cTn id="39" presetID="10" presetClass="entr" presetSubtype="0" fill="hold" nodeType="after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500"/>
                                        <p:tgtEl>
                                          <p:spTgt spid="7"/>
                                        </p:tgtEl>
                                      </p:cBhvr>
                                    </p:animEffect>
                                  </p:childTnLst>
                                </p:cTn>
                              </p:par>
                            </p:childTnLst>
                          </p:cTn>
                        </p:par>
                        <p:par>
                          <p:cTn id="42" fill="hold">
                            <p:stCondLst>
                              <p:cond delay="5500"/>
                            </p:stCondLst>
                            <p:childTnLst>
                              <p:par>
                                <p:cTn id="43" presetID="10" presetClass="entr" presetSubtype="0" fill="hold" nodeType="after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9" grpId="0" animBg="1"/>
      <p:bldP spid="32" grpId="0" animBg="1"/>
      <p:bldP spid="3"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fld id="{D57F1E4F-1CFF-5643-939E-02111984F565}" type="slidenum">
              <a:rPr lang="en-US" smtClean="0"/>
              <a:pPr/>
              <a:t>2</a:t>
            </a:fld>
            <a:endParaRPr lang="en-US" dirty="0"/>
          </a:p>
        </p:txBody>
      </p:sp>
      <p:sp>
        <p:nvSpPr>
          <p:cNvPr id="5" name="Freeform 4"/>
          <p:cNvSpPr/>
          <p:nvPr/>
        </p:nvSpPr>
        <p:spPr>
          <a:xfrm>
            <a:off x="0" y="-332941"/>
            <a:ext cx="12192000" cy="6924675"/>
          </a:xfrm>
          <a:custGeom>
            <a:avLst/>
            <a:gdLst/>
            <a:ahLst/>
            <a:cxnLst/>
            <a:rect l="l" t="t" r="r" b="b"/>
            <a:pathLst>
              <a:path w="12192000" h="6858000">
                <a:moveTo>
                  <a:pt x="8930292" y="0"/>
                </a:moveTo>
                <a:lnTo>
                  <a:pt x="12192000" y="0"/>
                </a:lnTo>
                <a:lnTo>
                  <a:pt x="12192000" y="6858000"/>
                </a:lnTo>
                <a:lnTo>
                  <a:pt x="1567087" y="6858000"/>
                </a:lnTo>
                <a:lnTo>
                  <a:pt x="1958321" y="6735643"/>
                </a:lnTo>
                <a:cubicBezTo>
                  <a:pt x="5111444" y="5668530"/>
                  <a:pt x="7614512" y="3354951"/>
                  <a:pt x="8769025" y="440529"/>
                </a:cubicBezTo>
                <a:close/>
                <a:moveTo>
                  <a:pt x="0" y="0"/>
                </a:moveTo>
                <a:lnTo>
                  <a:pt x="1" y="0"/>
                </a:lnTo>
                <a:lnTo>
                  <a:pt x="1" y="6858000"/>
                </a:lnTo>
                <a:lnTo>
                  <a:pt x="0" y="6858000"/>
                </a:lnTo>
                <a:close/>
              </a:path>
            </a:pathLst>
          </a:custGeom>
          <a:solidFill>
            <a:schemeClr val="accent1">
              <a:alpha val="15000"/>
            </a:schemeClr>
          </a:solidFill>
          <a:ln cap="flat" cmpd="sng">
            <a:noFill/>
            <a:prstDash val="solid"/>
          </a:ln>
        </p:spPr>
        <p:txBody>
          <a:bodyPr vert="horz" wrap="square" lIns="91440" tIns="45720" rIns="91440" bIns="4572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ctr"/>
            <a:endParaRPr/>
          </a:p>
        </p:txBody>
      </p:sp>
      <p:sp>
        <p:nvSpPr>
          <p:cNvPr id="14" name="AutoShape 11"/>
          <p:cNvSpPr/>
          <p:nvPr/>
        </p:nvSpPr>
        <p:spPr>
          <a:xfrm>
            <a:off x="760583" y="681913"/>
            <a:ext cx="7559674" cy="1017068"/>
          </a:xfrm>
          <a:prstGeom prst="rect">
            <a:avLst/>
          </a:prstGeom>
        </p:spPr>
        <p:txBody>
          <a:bodyPr vert="horz" wrap="none" lIns="91440" tIns="45720" rIns="91440" bIns="45720" anchor="b">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a:r>
              <a:rPr lang="zh-CN" altLang="en-US" sz="5400" b="1" i="0" u="none" baseline="0" dirty="0">
                <a:solidFill>
                  <a:srgbClr val="000000"/>
                </a:solidFill>
                <a:latin typeface="Sitka Small" pitchFamily="2" charset="0"/>
                <a:ea typeface="微软雅黑"/>
              </a:rPr>
              <a:t>Table of Contents</a:t>
            </a:r>
          </a:p>
        </p:txBody>
      </p:sp>
      <p:grpSp>
        <p:nvGrpSpPr>
          <p:cNvPr id="2" name="Group 1">
            <a:extLst>
              <a:ext uri="{FF2B5EF4-FFF2-40B4-BE49-F238E27FC236}">
                <a16:creationId xmlns:a16="http://schemas.microsoft.com/office/drawing/2014/main" id="{90D85136-ABFE-2160-F484-FF4765A32BC8}"/>
              </a:ext>
            </a:extLst>
          </p:cNvPr>
          <p:cNvGrpSpPr/>
          <p:nvPr/>
        </p:nvGrpSpPr>
        <p:grpSpPr>
          <a:xfrm>
            <a:off x="1077493" y="1737316"/>
            <a:ext cx="6842091" cy="4645411"/>
            <a:chOff x="1077493" y="1737316"/>
            <a:chExt cx="6842091" cy="4645411"/>
          </a:xfrm>
        </p:grpSpPr>
        <p:sp>
          <p:nvSpPr>
            <p:cNvPr id="6" name="AutoShape 3"/>
            <p:cNvSpPr/>
            <p:nvPr/>
          </p:nvSpPr>
          <p:spPr>
            <a:xfrm>
              <a:off x="1077493" y="1756035"/>
              <a:ext cx="3096000" cy="313975"/>
            </a:xfrm>
            <a:prstGeom prst="roundRect">
              <a:avLst>
                <a:gd name="adj" fmla="val 50000"/>
              </a:avLst>
            </a:prstGeom>
            <a:solidFill>
              <a:srgbClr val="FFFFFF"/>
            </a:solidFill>
          </p:spPr>
          <p:txBody>
            <a:bodyPr vert="horz" wrap="square" lIns="1080000" tIns="45720" rIns="91440" bIns="45720" anchor="ctr">
              <a:normAutofit fontScale="55000" lnSpcReduction="2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a:endParaRPr/>
            </a:p>
          </p:txBody>
        </p:sp>
        <p:sp>
          <p:nvSpPr>
            <p:cNvPr id="7" name="AutoShape 4"/>
            <p:cNvSpPr/>
            <p:nvPr/>
          </p:nvSpPr>
          <p:spPr>
            <a:xfrm>
              <a:off x="1077494" y="1771980"/>
              <a:ext cx="417444" cy="427893"/>
            </a:xfrm>
            <a:prstGeom prst="roundRect">
              <a:avLst>
                <a:gd name="adj" fmla="val 50000"/>
              </a:avLst>
            </a:prstGeom>
            <a:gradFill>
              <a:gsLst>
                <a:gs pos="0">
                  <a:srgbClr val="FF9A2C">
                    <a:lumMod val="60000"/>
                    <a:lumOff val="40000"/>
                  </a:srgbClr>
                </a:gs>
                <a:gs pos="50000">
                  <a:srgbClr val="FF9A2C"/>
                </a:gs>
              </a:gsLst>
              <a:lin ang="2700000"/>
            </a:gradFill>
            <a:ln w="76200">
              <a:solidFill>
                <a:srgbClr val="FFFFFF">
                  <a:alpha val="95000"/>
                </a:srgbClr>
              </a:solidFill>
            </a:ln>
          </p:spPr>
          <p:txBody>
            <a:bodyPr vert="horz" wrap="none" lIns="91440" tIns="45720" rIns="91440" bIns="4572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ctr">
                <a:lnSpc>
                  <a:spcPct val="110000"/>
                </a:lnSpc>
              </a:pPr>
              <a:r>
                <a:rPr lang="en-US" sz="1200" b="1" i="0" u="none" baseline="0" dirty="0">
                  <a:solidFill>
                    <a:srgbClr val="FFFFFF"/>
                  </a:solidFill>
                  <a:latin typeface="Arial"/>
                  <a:ea typeface="Arial"/>
                </a:rPr>
                <a:t>01</a:t>
              </a:r>
            </a:p>
          </p:txBody>
        </p:sp>
        <p:sp>
          <p:nvSpPr>
            <p:cNvPr id="63" name="TextBox 60"/>
            <p:cNvSpPr txBox="1"/>
            <p:nvPr/>
          </p:nvSpPr>
          <p:spPr>
            <a:xfrm>
              <a:off x="1431456" y="1746805"/>
              <a:ext cx="1479350" cy="338554"/>
            </a:xfrm>
            <a:prstGeom prst="rect">
              <a:avLst/>
            </a:prstGeom>
            <a:noFill/>
          </p:spPr>
          <p:txBody>
            <a:bodyPr vert="horz" wrap="square" lIns="91440" tIns="45720" rIns="91440" bIns="4572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a:defRPr/>
              </a:pPr>
              <a:r>
                <a:rPr lang="zh-CN" altLang="en-US" sz="1600" b="0" i="0" u="none" baseline="0" dirty="0">
                  <a:solidFill>
                    <a:srgbClr val="000000"/>
                  </a:solidFill>
                  <a:latin typeface="Rockwell" panose="02060603020205020403" pitchFamily="18" charset="0"/>
                  <a:ea typeface="微软雅黑"/>
                </a:rPr>
                <a:t>Introduction</a:t>
              </a:r>
              <a:endParaRPr lang="en-US" sz="1050" dirty="0">
                <a:latin typeface="Rockwell" panose="02060603020205020403" pitchFamily="18" charset="0"/>
              </a:endParaRPr>
            </a:p>
          </p:txBody>
        </p:sp>
        <p:sp>
          <p:nvSpPr>
            <p:cNvPr id="95" name="AutoShape 3">
              <a:extLst>
                <a:ext uri="{FF2B5EF4-FFF2-40B4-BE49-F238E27FC236}">
                  <a16:creationId xmlns:a16="http://schemas.microsoft.com/office/drawing/2014/main" id="{1DCF7660-F955-CF03-DAFF-315905F487EC}"/>
                </a:ext>
              </a:extLst>
            </p:cNvPr>
            <p:cNvSpPr/>
            <p:nvPr/>
          </p:nvSpPr>
          <p:spPr>
            <a:xfrm>
              <a:off x="1077493" y="2220797"/>
              <a:ext cx="3096000" cy="313975"/>
            </a:xfrm>
            <a:prstGeom prst="roundRect">
              <a:avLst>
                <a:gd name="adj" fmla="val 50000"/>
              </a:avLst>
            </a:prstGeom>
            <a:solidFill>
              <a:srgbClr val="FFFFFF"/>
            </a:solidFill>
          </p:spPr>
          <p:txBody>
            <a:bodyPr vert="horz" wrap="square" lIns="1080000" tIns="45720" rIns="91440" bIns="45720" anchor="ctr">
              <a:normAutofit fontScale="55000" lnSpcReduction="2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a:endParaRPr/>
            </a:p>
          </p:txBody>
        </p:sp>
        <p:sp>
          <p:nvSpPr>
            <p:cNvPr id="96" name="AutoShape 4">
              <a:extLst>
                <a:ext uri="{FF2B5EF4-FFF2-40B4-BE49-F238E27FC236}">
                  <a16:creationId xmlns:a16="http://schemas.microsoft.com/office/drawing/2014/main" id="{A5187E26-E2AF-0FCE-D666-79C9EB0751B0}"/>
                </a:ext>
              </a:extLst>
            </p:cNvPr>
            <p:cNvSpPr/>
            <p:nvPr/>
          </p:nvSpPr>
          <p:spPr>
            <a:xfrm>
              <a:off x="1077494" y="2236742"/>
              <a:ext cx="417444" cy="427893"/>
            </a:xfrm>
            <a:prstGeom prst="roundRect">
              <a:avLst>
                <a:gd name="adj" fmla="val 50000"/>
              </a:avLst>
            </a:prstGeom>
            <a:gradFill>
              <a:gsLst>
                <a:gs pos="0">
                  <a:srgbClr val="FF9A2C">
                    <a:lumMod val="60000"/>
                    <a:lumOff val="40000"/>
                  </a:srgbClr>
                </a:gs>
                <a:gs pos="50000">
                  <a:srgbClr val="FF9A2C"/>
                </a:gs>
              </a:gsLst>
              <a:lin ang="2700000"/>
            </a:gradFill>
            <a:ln w="76200">
              <a:solidFill>
                <a:srgbClr val="FFFFFF">
                  <a:alpha val="95000"/>
                </a:srgbClr>
              </a:solidFill>
            </a:ln>
          </p:spPr>
          <p:txBody>
            <a:bodyPr vert="horz" wrap="none" lIns="91440" tIns="45720" rIns="91440" bIns="4572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ctr">
                <a:lnSpc>
                  <a:spcPct val="110000"/>
                </a:lnSpc>
              </a:pPr>
              <a:r>
                <a:rPr lang="en-US" sz="1200" b="1" i="0" u="none" baseline="0" dirty="0">
                  <a:solidFill>
                    <a:srgbClr val="FFFFFF"/>
                  </a:solidFill>
                  <a:latin typeface="Arial"/>
                  <a:ea typeface="Arial"/>
                </a:rPr>
                <a:t>02</a:t>
              </a:r>
            </a:p>
          </p:txBody>
        </p:sp>
        <p:sp>
          <p:nvSpPr>
            <p:cNvPr id="97" name="TextBox 60">
              <a:extLst>
                <a:ext uri="{FF2B5EF4-FFF2-40B4-BE49-F238E27FC236}">
                  <a16:creationId xmlns:a16="http://schemas.microsoft.com/office/drawing/2014/main" id="{3BFB7DF2-AA26-D02C-2BDE-69693479A0B1}"/>
                </a:ext>
              </a:extLst>
            </p:cNvPr>
            <p:cNvSpPr txBox="1"/>
            <p:nvPr/>
          </p:nvSpPr>
          <p:spPr>
            <a:xfrm>
              <a:off x="1431456" y="2211566"/>
              <a:ext cx="2647636" cy="338554"/>
            </a:xfrm>
            <a:prstGeom prst="rect">
              <a:avLst/>
            </a:prstGeom>
            <a:noFill/>
          </p:spPr>
          <p:txBody>
            <a:bodyPr vert="horz" wrap="square" lIns="91440" tIns="45720" rIns="91440" bIns="4572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IN" altLang="zh-CN" sz="1600" dirty="0">
                  <a:solidFill>
                    <a:srgbClr val="000000"/>
                  </a:solidFill>
                  <a:latin typeface="Rockwell" panose="02060603020205020403" pitchFamily="18" charset="0"/>
                  <a:ea typeface="微软雅黑"/>
                </a:rPr>
                <a:t>Problem </a:t>
              </a:r>
              <a:r>
                <a:rPr lang="en-IN" altLang="zh-CN" sz="1600" dirty="0" err="1">
                  <a:solidFill>
                    <a:srgbClr val="000000"/>
                  </a:solidFill>
                  <a:latin typeface="Rockwell" panose="02060603020205020403" pitchFamily="18" charset="0"/>
                  <a:ea typeface="微软雅黑"/>
                </a:rPr>
                <a:t>Defination</a:t>
              </a:r>
              <a:endParaRPr lang="en-US" sz="1050" dirty="0">
                <a:latin typeface="Rockwell" panose="02060603020205020403" pitchFamily="18" charset="0"/>
              </a:endParaRPr>
            </a:p>
          </p:txBody>
        </p:sp>
        <p:sp>
          <p:nvSpPr>
            <p:cNvPr id="98" name="AutoShape 3">
              <a:extLst>
                <a:ext uri="{FF2B5EF4-FFF2-40B4-BE49-F238E27FC236}">
                  <a16:creationId xmlns:a16="http://schemas.microsoft.com/office/drawing/2014/main" id="{44CA675A-DA13-B8C7-75C6-27CDA45AAB2B}"/>
                </a:ext>
              </a:extLst>
            </p:cNvPr>
            <p:cNvSpPr/>
            <p:nvPr/>
          </p:nvSpPr>
          <p:spPr>
            <a:xfrm>
              <a:off x="1077493" y="2685559"/>
              <a:ext cx="3096000" cy="313975"/>
            </a:xfrm>
            <a:prstGeom prst="roundRect">
              <a:avLst>
                <a:gd name="adj" fmla="val 50000"/>
              </a:avLst>
            </a:prstGeom>
            <a:solidFill>
              <a:srgbClr val="FFFFFF"/>
            </a:solidFill>
          </p:spPr>
          <p:txBody>
            <a:bodyPr vert="horz" wrap="square" lIns="1080000" tIns="45720" rIns="91440" bIns="45720" anchor="ctr">
              <a:normAutofit fontScale="55000" lnSpcReduction="2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a:endParaRPr/>
            </a:p>
          </p:txBody>
        </p:sp>
        <p:sp>
          <p:nvSpPr>
            <p:cNvPr id="99" name="AutoShape 4">
              <a:extLst>
                <a:ext uri="{FF2B5EF4-FFF2-40B4-BE49-F238E27FC236}">
                  <a16:creationId xmlns:a16="http://schemas.microsoft.com/office/drawing/2014/main" id="{F4139DAC-2343-C332-BFCD-3796750F018B}"/>
                </a:ext>
              </a:extLst>
            </p:cNvPr>
            <p:cNvSpPr/>
            <p:nvPr/>
          </p:nvSpPr>
          <p:spPr>
            <a:xfrm>
              <a:off x="1077494" y="2701504"/>
              <a:ext cx="417444" cy="427893"/>
            </a:xfrm>
            <a:prstGeom prst="roundRect">
              <a:avLst>
                <a:gd name="adj" fmla="val 50000"/>
              </a:avLst>
            </a:prstGeom>
            <a:gradFill>
              <a:gsLst>
                <a:gs pos="0">
                  <a:srgbClr val="FF9A2C">
                    <a:lumMod val="60000"/>
                    <a:lumOff val="40000"/>
                  </a:srgbClr>
                </a:gs>
                <a:gs pos="50000">
                  <a:srgbClr val="FF9A2C"/>
                </a:gs>
              </a:gsLst>
              <a:lin ang="2700000"/>
            </a:gradFill>
            <a:ln w="76200">
              <a:solidFill>
                <a:srgbClr val="FFFFFF">
                  <a:alpha val="95000"/>
                </a:srgbClr>
              </a:solidFill>
            </a:ln>
          </p:spPr>
          <p:txBody>
            <a:bodyPr vert="horz" wrap="none" lIns="91440" tIns="45720" rIns="91440" bIns="4572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ctr">
                <a:lnSpc>
                  <a:spcPct val="110000"/>
                </a:lnSpc>
              </a:pPr>
              <a:r>
                <a:rPr lang="en-US" sz="1200" b="1" i="0" u="none" baseline="0" dirty="0">
                  <a:solidFill>
                    <a:srgbClr val="FFFFFF"/>
                  </a:solidFill>
                  <a:latin typeface="Arial"/>
                  <a:ea typeface="Arial"/>
                </a:rPr>
                <a:t>03</a:t>
              </a:r>
            </a:p>
          </p:txBody>
        </p:sp>
        <p:sp>
          <p:nvSpPr>
            <p:cNvPr id="100" name="TextBox 60">
              <a:extLst>
                <a:ext uri="{FF2B5EF4-FFF2-40B4-BE49-F238E27FC236}">
                  <a16:creationId xmlns:a16="http://schemas.microsoft.com/office/drawing/2014/main" id="{513B564C-D0C4-B189-E595-9B93386D1B15}"/>
                </a:ext>
              </a:extLst>
            </p:cNvPr>
            <p:cNvSpPr txBox="1"/>
            <p:nvPr/>
          </p:nvSpPr>
          <p:spPr>
            <a:xfrm>
              <a:off x="1431455" y="2676329"/>
              <a:ext cx="2483403" cy="338554"/>
            </a:xfrm>
            <a:prstGeom prst="rect">
              <a:avLst/>
            </a:prstGeom>
            <a:noFill/>
          </p:spPr>
          <p:txBody>
            <a:bodyPr vert="horz" wrap="square" lIns="91440" tIns="45720" rIns="91440" bIns="4572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IN" altLang="zh-CN" sz="1600" dirty="0">
                  <a:solidFill>
                    <a:srgbClr val="000000"/>
                  </a:solidFill>
                  <a:latin typeface="Rockwell" panose="02060603020205020403" pitchFamily="18" charset="0"/>
                  <a:ea typeface="微软雅黑"/>
                </a:rPr>
                <a:t>Previous Work Overview</a:t>
              </a:r>
              <a:endParaRPr lang="en-US" sz="1050" dirty="0">
                <a:latin typeface="Rockwell" panose="02060603020205020403" pitchFamily="18" charset="0"/>
              </a:endParaRPr>
            </a:p>
          </p:txBody>
        </p:sp>
        <p:sp>
          <p:nvSpPr>
            <p:cNvPr id="101" name="AutoShape 3">
              <a:extLst>
                <a:ext uri="{FF2B5EF4-FFF2-40B4-BE49-F238E27FC236}">
                  <a16:creationId xmlns:a16="http://schemas.microsoft.com/office/drawing/2014/main" id="{99FF5EB0-DC8C-792D-39A3-9129960A8838}"/>
                </a:ext>
              </a:extLst>
            </p:cNvPr>
            <p:cNvSpPr/>
            <p:nvPr/>
          </p:nvSpPr>
          <p:spPr>
            <a:xfrm>
              <a:off x="1077493" y="3150321"/>
              <a:ext cx="3096000" cy="313975"/>
            </a:xfrm>
            <a:prstGeom prst="roundRect">
              <a:avLst>
                <a:gd name="adj" fmla="val 50000"/>
              </a:avLst>
            </a:prstGeom>
            <a:solidFill>
              <a:srgbClr val="FFFFFF"/>
            </a:solidFill>
          </p:spPr>
          <p:txBody>
            <a:bodyPr vert="horz" wrap="square" lIns="1080000" tIns="45720" rIns="91440" bIns="45720" anchor="ctr">
              <a:normAutofit fontScale="55000" lnSpcReduction="2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a:endParaRPr/>
            </a:p>
          </p:txBody>
        </p:sp>
        <p:sp>
          <p:nvSpPr>
            <p:cNvPr id="102" name="AutoShape 4">
              <a:extLst>
                <a:ext uri="{FF2B5EF4-FFF2-40B4-BE49-F238E27FC236}">
                  <a16:creationId xmlns:a16="http://schemas.microsoft.com/office/drawing/2014/main" id="{DD2DA439-6034-21BB-3A09-6E7564B9AFA5}"/>
                </a:ext>
              </a:extLst>
            </p:cNvPr>
            <p:cNvSpPr/>
            <p:nvPr/>
          </p:nvSpPr>
          <p:spPr>
            <a:xfrm>
              <a:off x="1077494" y="3166266"/>
              <a:ext cx="417444" cy="427893"/>
            </a:xfrm>
            <a:prstGeom prst="roundRect">
              <a:avLst>
                <a:gd name="adj" fmla="val 50000"/>
              </a:avLst>
            </a:prstGeom>
            <a:gradFill>
              <a:gsLst>
                <a:gs pos="0">
                  <a:srgbClr val="FF9A2C">
                    <a:lumMod val="60000"/>
                    <a:lumOff val="40000"/>
                  </a:srgbClr>
                </a:gs>
                <a:gs pos="50000">
                  <a:srgbClr val="FF9A2C"/>
                </a:gs>
              </a:gsLst>
              <a:lin ang="2700000"/>
            </a:gradFill>
            <a:ln w="76200">
              <a:solidFill>
                <a:srgbClr val="FFFFFF">
                  <a:alpha val="95000"/>
                </a:srgbClr>
              </a:solidFill>
            </a:ln>
          </p:spPr>
          <p:txBody>
            <a:bodyPr vert="horz" wrap="none" lIns="91440" tIns="45720" rIns="91440" bIns="4572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ctr">
                <a:lnSpc>
                  <a:spcPct val="110000"/>
                </a:lnSpc>
              </a:pPr>
              <a:r>
                <a:rPr lang="en-US" sz="1200" b="1" i="0" u="none" baseline="0" dirty="0">
                  <a:solidFill>
                    <a:srgbClr val="FFFFFF"/>
                  </a:solidFill>
                  <a:latin typeface="Arial"/>
                  <a:ea typeface="Arial"/>
                </a:rPr>
                <a:t>04</a:t>
              </a:r>
            </a:p>
          </p:txBody>
        </p:sp>
        <p:sp>
          <p:nvSpPr>
            <p:cNvPr id="103" name="TextBox 60">
              <a:extLst>
                <a:ext uri="{FF2B5EF4-FFF2-40B4-BE49-F238E27FC236}">
                  <a16:creationId xmlns:a16="http://schemas.microsoft.com/office/drawing/2014/main" id="{510BAF2C-0E83-6477-F466-77CF33E22E55}"/>
                </a:ext>
              </a:extLst>
            </p:cNvPr>
            <p:cNvSpPr txBox="1"/>
            <p:nvPr/>
          </p:nvSpPr>
          <p:spPr>
            <a:xfrm>
              <a:off x="1431455" y="3141091"/>
              <a:ext cx="2934067" cy="338554"/>
            </a:xfrm>
            <a:prstGeom prst="rect">
              <a:avLst/>
            </a:prstGeom>
            <a:noFill/>
          </p:spPr>
          <p:txBody>
            <a:bodyPr vert="horz" wrap="square" lIns="91440" tIns="45720" rIns="91440" bIns="4572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600" dirty="0">
                  <a:latin typeface="Rockwell" panose="02060603020205020403" pitchFamily="18" charset="0"/>
                  <a:cs typeface="Arial" panose="020B0604020202020204" pitchFamily="34" charset="0"/>
                </a:rPr>
                <a:t>Robot Model &amp; Assumptions</a:t>
              </a:r>
              <a:endParaRPr lang="en-US" sz="1050" dirty="0">
                <a:latin typeface="Rockwell" panose="02060603020205020403" pitchFamily="18" charset="0"/>
              </a:endParaRPr>
            </a:p>
          </p:txBody>
        </p:sp>
        <p:sp>
          <p:nvSpPr>
            <p:cNvPr id="104" name="AutoShape 3">
              <a:extLst>
                <a:ext uri="{FF2B5EF4-FFF2-40B4-BE49-F238E27FC236}">
                  <a16:creationId xmlns:a16="http://schemas.microsoft.com/office/drawing/2014/main" id="{010B8503-69C3-5000-EC17-D7CAEE584AE5}"/>
                </a:ext>
              </a:extLst>
            </p:cNvPr>
            <p:cNvSpPr/>
            <p:nvPr/>
          </p:nvSpPr>
          <p:spPr>
            <a:xfrm>
              <a:off x="1077493" y="3615083"/>
              <a:ext cx="3096000" cy="313975"/>
            </a:xfrm>
            <a:prstGeom prst="roundRect">
              <a:avLst>
                <a:gd name="adj" fmla="val 50000"/>
              </a:avLst>
            </a:prstGeom>
            <a:solidFill>
              <a:srgbClr val="FFFFFF"/>
            </a:solidFill>
          </p:spPr>
          <p:txBody>
            <a:bodyPr vert="horz" wrap="square" lIns="1080000" tIns="45720" rIns="91440" bIns="45720" anchor="ctr">
              <a:normAutofit fontScale="55000" lnSpcReduction="2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a:endParaRPr/>
            </a:p>
          </p:txBody>
        </p:sp>
        <p:sp>
          <p:nvSpPr>
            <p:cNvPr id="105" name="AutoShape 4">
              <a:extLst>
                <a:ext uri="{FF2B5EF4-FFF2-40B4-BE49-F238E27FC236}">
                  <a16:creationId xmlns:a16="http://schemas.microsoft.com/office/drawing/2014/main" id="{388CE360-3206-3BCD-8811-E3CFE339A677}"/>
                </a:ext>
              </a:extLst>
            </p:cNvPr>
            <p:cNvSpPr/>
            <p:nvPr/>
          </p:nvSpPr>
          <p:spPr>
            <a:xfrm>
              <a:off x="1077494" y="3631028"/>
              <a:ext cx="417444" cy="427893"/>
            </a:xfrm>
            <a:prstGeom prst="roundRect">
              <a:avLst>
                <a:gd name="adj" fmla="val 50000"/>
              </a:avLst>
            </a:prstGeom>
            <a:gradFill>
              <a:gsLst>
                <a:gs pos="0">
                  <a:srgbClr val="FF9A2C">
                    <a:lumMod val="60000"/>
                    <a:lumOff val="40000"/>
                  </a:srgbClr>
                </a:gs>
                <a:gs pos="50000">
                  <a:srgbClr val="FF9A2C"/>
                </a:gs>
              </a:gsLst>
              <a:lin ang="2700000"/>
            </a:gradFill>
            <a:ln w="76200">
              <a:solidFill>
                <a:srgbClr val="FFFFFF">
                  <a:alpha val="95000"/>
                </a:srgbClr>
              </a:solidFill>
            </a:ln>
          </p:spPr>
          <p:txBody>
            <a:bodyPr vert="horz" wrap="none" lIns="91440" tIns="45720" rIns="91440" bIns="4572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ctr">
                <a:lnSpc>
                  <a:spcPct val="110000"/>
                </a:lnSpc>
              </a:pPr>
              <a:r>
                <a:rPr lang="en-US" sz="1200" b="1" i="0" u="none" baseline="0" dirty="0">
                  <a:solidFill>
                    <a:srgbClr val="FFFFFF"/>
                  </a:solidFill>
                  <a:latin typeface="Arial"/>
                  <a:ea typeface="Arial"/>
                </a:rPr>
                <a:t>05</a:t>
              </a:r>
            </a:p>
          </p:txBody>
        </p:sp>
        <p:sp>
          <p:nvSpPr>
            <p:cNvPr id="106" name="TextBox 60">
              <a:extLst>
                <a:ext uri="{FF2B5EF4-FFF2-40B4-BE49-F238E27FC236}">
                  <a16:creationId xmlns:a16="http://schemas.microsoft.com/office/drawing/2014/main" id="{D227A23F-196D-0CEE-26F7-98BDD4DCDE1C}"/>
                </a:ext>
              </a:extLst>
            </p:cNvPr>
            <p:cNvSpPr txBox="1"/>
            <p:nvPr/>
          </p:nvSpPr>
          <p:spPr>
            <a:xfrm>
              <a:off x="1431456" y="3605853"/>
              <a:ext cx="2167150" cy="338554"/>
            </a:xfrm>
            <a:prstGeom prst="rect">
              <a:avLst/>
            </a:prstGeom>
            <a:noFill/>
          </p:spPr>
          <p:txBody>
            <a:bodyPr vert="horz" wrap="square" lIns="91440" tIns="45720" rIns="91440" bIns="4572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IN" altLang="zh-CN" sz="1600" dirty="0">
                  <a:solidFill>
                    <a:srgbClr val="000000"/>
                  </a:solidFill>
                  <a:latin typeface="Rockwell" panose="02060603020205020403" pitchFamily="18" charset="0"/>
                  <a:ea typeface="微软雅黑"/>
                </a:rPr>
                <a:t>Previous Algorithm</a:t>
              </a:r>
              <a:endParaRPr lang="en-US" sz="1050" dirty="0">
                <a:latin typeface="Rockwell" panose="02060603020205020403" pitchFamily="18" charset="0"/>
              </a:endParaRPr>
            </a:p>
          </p:txBody>
        </p:sp>
        <p:sp>
          <p:nvSpPr>
            <p:cNvPr id="107" name="AutoShape 3">
              <a:extLst>
                <a:ext uri="{FF2B5EF4-FFF2-40B4-BE49-F238E27FC236}">
                  <a16:creationId xmlns:a16="http://schemas.microsoft.com/office/drawing/2014/main" id="{426A75A4-CFBC-FE50-21C7-D675C581C8C9}"/>
                </a:ext>
              </a:extLst>
            </p:cNvPr>
            <p:cNvSpPr/>
            <p:nvPr/>
          </p:nvSpPr>
          <p:spPr>
            <a:xfrm>
              <a:off x="1077494" y="4079845"/>
              <a:ext cx="3096000" cy="304745"/>
            </a:xfrm>
            <a:prstGeom prst="roundRect">
              <a:avLst>
                <a:gd name="adj" fmla="val 50000"/>
              </a:avLst>
            </a:prstGeom>
            <a:solidFill>
              <a:srgbClr val="FFFFFF"/>
            </a:solidFill>
          </p:spPr>
          <p:txBody>
            <a:bodyPr vert="horz" wrap="square" lIns="1080000" tIns="45720" rIns="91440" bIns="45720" anchor="ctr">
              <a:normAutofit fontScale="55000" lnSpcReduction="2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a:endParaRPr/>
            </a:p>
          </p:txBody>
        </p:sp>
        <p:sp>
          <p:nvSpPr>
            <p:cNvPr id="108" name="AutoShape 4">
              <a:extLst>
                <a:ext uri="{FF2B5EF4-FFF2-40B4-BE49-F238E27FC236}">
                  <a16:creationId xmlns:a16="http://schemas.microsoft.com/office/drawing/2014/main" id="{4D51B7D3-73F2-00FF-7AFA-98795E2F703E}"/>
                </a:ext>
              </a:extLst>
            </p:cNvPr>
            <p:cNvSpPr/>
            <p:nvPr/>
          </p:nvSpPr>
          <p:spPr>
            <a:xfrm>
              <a:off x="1077494" y="4095790"/>
              <a:ext cx="417444" cy="427893"/>
            </a:xfrm>
            <a:prstGeom prst="roundRect">
              <a:avLst>
                <a:gd name="adj" fmla="val 50000"/>
              </a:avLst>
            </a:prstGeom>
            <a:gradFill>
              <a:gsLst>
                <a:gs pos="0">
                  <a:srgbClr val="FF9A2C">
                    <a:lumMod val="60000"/>
                    <a:lumOff val="40000"/>
                  </a:srgbClr>
                </a:gs>
                <a:gs pos="50000">
                  <a:srgbClr val="FF9A2C"/>
                </a:gs>
              </a:gsLst>
              <a:lin ang="2700000"/>
            </a:gradFill>
            <a:ln w="76200">
              <a:solidFill>
                <a:srgbClr val="FFFFFF">
                  <a:alpha val="95000"/>
                </a:srgbClr>
              </a:solidFill>
            </a:ln>
          </p:spPr>
          <p:txBody>
            <a:bodyPr vert="horz" wrap="none" lIns="91440" tIns="45720" rIns="91440" bIns="4572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ctr">
                <a:lnSpc>
                  <a:spcPct val="110000"/>
                </a:lnSpc>
              </a:pPr>
              <a:r>
                <a:rPr lang="en-US" sz="1200" b="1" i="0" u="none" baseline="0" dirty="0">
                  <a:solidFill>
                    <a:srgbClr val="FFFFFF"/>
                  </a:solidFill>
                  <a:latin typeface="Arial"/>
                  <a:ea typeface="Arial"/>
                </a:rPr>
                <a:t>06</a:t>
              </a:r>
            </a:p>
          </p:txBody>
        </p:sp>
        <p:sp>
          <p:nvSpPr>
            <p:cNvPr id="109" name="TextBox 60">
              <a:extLst>
                <a:ext uri="{FF2B5EF4-FFF2-40B4-BE49-F238E27FC236}">
                  <a16:creationId xmlns:a16="http://schemas.microsoft.com/office/drawing/2014/main" id="{3044FE6F-D8F4-22CB-A505-50E297765A56}"/>
                </a:ext>
              </a:extLst>
            </p:cNvPr>
            <p:cNvSpPr txBox="1"/>
            <p:nvPr/>
          </p:nvSpPr>
          <p:spPr>
            <a:xfrm>
              <a:off x="1431456" y="4070615"/>
              <a:ext cx="2284648" cy="338554"/>
            </a:xfrm>
            <a:prstGeom prst="rect">
              <a:avLst/>
            </a:prstGeom>
            <a:noFill/>
          </p:spPr>
          <p:txBody>
            <a:bodyPr vert="horz" wrap="square" lIns="91440" tIns="45720" rIns="91440" bIns="4572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IN" altLang="zh-CN" sz="1600" dirty="0">
                  <a:solidFill>
                    <a:srgbClr val="000000"/>
                  </a:solidFill>
                  <a:latin typeface="Rockwell" panose="02060603020205020403" pitchFamily="18" charset="0"/>
                  <a:ea typeface="微软雅黑"/>
                </a:rPr>
                <a:t>Modified Algorithm</a:t>
              </a:r>
              <a:endParaRPr lang="en-US" sz="1050" dirty="0">
                <a:latin typeface="Rockwell" panose="02060603020205020403" pitchFamily="18" charset="0"/>
              </a:endParaRPr>
            </a:p>
          </p:txBody>
        </p:sp>
        <p:sp>
          <p:nvSpPr>
            <p:cNvPr id="110" name="AutoShape 3">
              <a:extLst>
                <a:ext uri="{FF2B5EF4-FFF2-40B4-BE49-F238E27FC236}">
                  <a16:creationId xmlns:a16="http://schemas.microsoft.com/office/drawing/2014/main" id="{B4C82B6F-0537-7ABC-9E01-FD93EF921BB1}"/>
                </a:ext>
              </a:extLst>
            </p:cNvPr>
            <p:cNvSpPr/>
            <p:nvPr/>
          </p:nvSpPr>
          <p:spPr>
            <a:xfrm>
              <a:off x="1077493" y="4544607"/>
              <a:ext cx="3096000" cy="313975"/>
            </a:xfrm>
            <a:prstGeom prst="roundRect">
              <a:avLst>
                <a:gd name="adj" fmla="val 50000"/>
              </a:avLst>
            </a:prstGeom>
            <a:solidFill>
              <a:srgbClr val="FFFFFF"/>
            </a:solidFill>
          </p:spPr>
          <p:txBody>
            <a:bodyPr vert="horz" wrap="square" lIns="1080000" tIns="45720" rIns="91440" bIns="45720" anchor="ctr">
              <a:normAutofit fontScale="55000" lnSpcReduction="2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a:endParaRPr/>
            </a:p>
          </p:txBody>
        </p:sp>
        <p:sp>
          <p:nvSpPr>
            <p:cNvPr id="111" name="AutoShape 4">
              <a:extLst>
                <a:ext uri="{FF2B5EF4-FFF2-40B4-BE49-F238E27FC236}">
                  <a16:creationId xmlns:a16="http://schemas.microsoft.com/office/drawing/2014/main" id="{3C9BE998-1230-3EDA-AEAB-21A7BEC43FA9}"/>
                </a:ext>
              </a:extLst>
            </p:cNvPr>
            <p:cNvSpPr/>
            <p:nvPr/>
          </p:nvSpPr>
          <p:spPr>
            <a:xfrm>
              <a:off x="1077494" y="4560552"/>
              <a:ext cx="417444" cy="427893"/>
            </a:xfrm>
            <a:prstGeom prst="roundRect">
              <a:avLst>
                <a:gd name="adj" fmla="val 50000"/>
              </a:avLst>
            </a:prstGeom>
            <a:gradFill>
              <a:gsLst>
                <a:gs pos="0">
                  <a:srgbClr val="FF9A2C">
                    <a:lumMod val="60000"/>
                    <a:lumOff val="40000"/>
                  </a:srgbClr>
                </a:gs>
                <a:gs pos="50000">
                  <a:srgbClr val="FF9A2C"/>
                </a:gs>
              </a:gsLst>
              <a:lin ang="2700000"/>
            </a:gradFill>
            <a:ln w="76200">
              <a:solidFill>
                <a:srgbClr val="FFFFFF">
                  <a:alpha val="95000"/>
                </a:srgbClr>
              </a:solidFill>
            </a:ln>
          </p:spPr>
          <p:txBody>
            <a:bodyPr vert="horz" wrap="none" lIns="91440" tIns="45720" rIns="91440" bIns="4572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ctr">
                <a:lnSpc>
                  <a:spcPct val="110000"/>
                </a:lnSpc>
              </a:pPr>
              <a:r>
                <a:rPr lang="en-US" sz="1200" b="1" i="0" u="none" baseline="0" dirty="0">
                  <a:solidFill>
                    <a:srgbClr val="FFFFFF"/>
                  </a:solidFill>
                  <a:latin typeface="Arial"/>
                  <a:ea typeface="Arial"/>
                </a:rPr>
                <a:t>07</a:t>
              </a:r>
            </a:p>
          </p:txBody>
        </p:sp>
        <p:sp>
          <p:nvSpPr>
            <p:cNvPr id="113" name="AutoShape 3">
              <a:extLst>
                <a:ext uri="{FF2B5EF4-FFF2-40B4-BE49-F238E27FC236}">
                  <a16:creationId xmlns:a16="http://schemas.microsoft.com/office/drawing/2014/main" id="{E16F7D90-6817-FDE0-C4BE-D9B52BA705E3}"/>
                </a:ext>
              </a:extLst>
            </p:cNvPr>
            <p:cNvSpPr/>
            <p:nvPr/>
          </p:nvSpPr>
          <p:spPr>
            <a:xfrm>
              <a:off x="1077493" y="5009369"/>
              <a:ext cx="3096000" cy="313975"/>
            </a:xfrm>
            <a:prstGeom prst="roundRect">
              <a:avLst>
                <a:gd name="adj" fmla="val 50000"/>
              </a:avLst>
            </a:prstGeom>
            <a:solidFill>
              <a:srgbClr val="FFFFFF"/>
            </a:solidFill>
          </p:spPr>
          <p:txBody>
            <a:bodyPr vert="horz" wrap="square" lIns="1080000" tIns="45720" rIns="91440" bIns="45720" anchor="ctr">
              <a:normAutofit fontScale="55000" lnSpcReduction="2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a:endParaRPr/>
            </a:p>
          </p:txBody>
        </p:sp>
        <p:sp>
          <p:nvSpPr>
            <p:cNvPr id="112" name="TextBox 60">
              <a:extLst>
                <a:ext uri="{FF2B5EF4-FFF2-40B4-BE49-F238E27FC236}">
                  <a16:creationId xmlns:a16="http://schemas.microsoft.com/office/drawing/2014/main" id="{6C4B175E-1D8A-AC2C-C03A-110E789E5CAB}"/>
                </a:ext>
              </a:extLst>
            </p:cNvPr>
            <p:cNvSpPr txBox="1"/>
            <p:nvPr/>
          </p:nvSpPr>
          <p:spPr>
            <a:xfrm>
              <a:off x="1431456" y="5011627"/>
              <a:ext cx="1479350" cy="338554"/>
            </a:xfrm>
            <a:prstGeom prst="rect">
              <a:avLst/>
            </a:prstGeom>
            <a:noFill/>
          </p:spPr>
          <p:txBody>
            <a:bodyPr vert="horz" wrap="square" lIns="91440" tIns="45720" rIns="91440" bIns="4572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IN" altLang="zh-CN" sz="1600" dirty="0">
                  <a:solidFill>
                    <a:srgbClr val="000000"/>
                  </a:solidFill>
                  <a:latin typeface="Rockwell" panose="02060603020205020403" pitchFamily="18" charset="0"/>
                  <a:ea typeface="微软雅黑"/>
                </a:rPr>
                <a:t>Simulation</a:t>
              </a:r>
              <a:endParaRPr lang="en-US" sz="1050" dirty="0">
                <a:latin typeface="Rockwell" panose="02060603020205020403" pitchFamily="18" charset="0"/>
              </a:endParaRPr>
            </a:p>
          </p:txBody>
        </p:sp>
        <p:sp>
          <p:nvSpPr>
            <p:cNvPr id="114" name="AutoShape 4">
              <a:extLst>
                <a:ext uri="{FF2B5EF4-FFF2-40B4-BE49-F238E27FC236}">
                  <a16:creationId xmlns:a16="http://schemas.microsoft.com/office/drawing/2014/main" id="{FEBF57C8-26B9-9996-3DF3-7D76115006E2}"/>
                </a:ext>
              </a:extLst>
            </p:cNvPr>
            <p:cNvSpPr/>
            <p:nvPr/>
          </p:nvSpPr>
          <p:spPr>
            <a:xfrm>
              <a:off x="1077494" y="5025314"/>
              <a:ext cx="417444" cy="427893"/>
            </a:xfrm>
            <a:prstGeom prst="roundRect">
              <a:avLst>
                <a:gd name="adj" fmla="val 50000"/>
              </a:avLst>
            </a:prstGeom>
            <a:gradFill>
              <a:gsLst>
                <a:gs pos="0">
                  <a:srgbClr val="FF9A2C">
                    <a:lumMod val="60000"/>
                    <a:lumOff val="40000"/>
                  </a:srgbClr>
                </a:gs>
                <a:gs pos="50000">
                  <a:srgbClr val="FF9A2C"/>
                </a:gs>
              </a:gsLst>
              <a:lin ang="2700000"/>
            </a:gradFill>
            <a:ln w="76200">
              <a:solidFill>
                <a:srgbClr val="FFFFFF">
                  <a:alpha val="95000"/>
                </a:srgbClr>
              </a:solidFill>
            </a:ln>
          </p:spPr>
          <p:txBody>
            <a:bodyPr vert="horz" wrap="none" lIns="91440" tIns="45720" rIns="91440" bIns="4572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ctr">
                <a:lnSpc>
                  <a:spcPct val="110000"/>
                </a:lnSpc>
              </a:pPr>
              <a:r>
                <a:rPr lang="en-US" sz="1200" b="1" i="0" u="none" baseline="0" dirty="0">
                  <a:solidFill>
                    <a:srgbClr val="FFFFFF"/>
                  </a:solidFill>
                  <a:latin typeface="Arial"/>
                  <a:ea typeface="Arial"/>
                </a:rPr>
                <a:t>08</a:t>
              </a:r>
            </a:p>
          </p:txBody>
        </p:sp>
        <p:sp>
          <p:nvSpPr>
            <p:cNvPr id="116" name="AutoShape 3">
              <a:extLst>
                <a:ext uri="{FF2B5EF4-FFF2-40B4-BE49-F238E27FC236}">
                  <a16:creationId xmlns:a16="http://schemas.microsoft.com/office/drawing/2014/main" id="{8E5966C1-97CA-BC88-4F77-A3FE6014E798}"/>
                </a:ext>
              </a:extLst>
            </p:cNvPr>
            <p:cNvSpPr/>
            <p:nvPr/>
          </p:nvSpPr>
          <p:spPr>
            <a:xfrm>
              <a:off x="1077493" y="5474131"/>
              <a:ext cx="3096000" cy="313975"/>
            </a:xfrm>
            <a:prstGeom prst="roundRect">
              <a:avLst>
                <a:gd name="adj" fmla="val 50000"/>
              </a:avLst>
            </a:prstGeom>
            <a:solidFill>
              <a:srgbClr val="FFFFFF"/>
            </a:solidFill>
          </p:spPr>
          <p:txBody>
            <a:bodyPr vert="horz" wrap="square" lIns="1080000" tIns="45720" rIns="91440" bIns="45720" anchor="ctr">
              <a:normAutofit fontScale="55000" lnSpcReduction="2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a:endParaRPr/>
            </a:p>
          </p:txBody>
        </p:sp>
        <p:sp>
          <p:nvSpPr>
            <p:cNvPr id="115" name="TextBox 60">
              <a:extLst>
                <a:ext uri="{FF2B5EF4-FFF2-40B4-BE49-F238E27FC236}">
                  <a16:creationId xmlns:a16="http://schemas.microsoft.com/office/drawing/2014/main" id="{DCD7B553-5C40-CCDD-EB2A-D27FEB5DE5D3}"/>
                </a:ext>
              </a:extLst>
            </p:cNvPr>
            <p:cNvSpPr txBox="1"/>
            <p:nvPr/>
          </p:nvSpPr>
          <p:spPr>
            <a:xfrm>
              <a:off x="1431456" y="5476389"/>
              <a:ext cx="1479350" cy="338554"/>
            </a:xfrm>
            <a:prstGeom prst="rect">
              <a:avLst/>
            </a:prstGeom>
            <a:noFill/>
          </p:spPr>
          <p:txBody>
            <a:bodyPr vert="horz" wrap="square" lIns="91440" tIns="45720" rIns="91440" bIns="4572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IN" altLang="zh-CN" sz="1600" dirty="0">
                  <a:solidFill>
                    <a:srgbClr val="000000"/>
                  </a:solidFill>
                  <a:latin typeface="Rockwell" panose="02060603020205020403" pitchFamily="18" charset="0"/>
                  <a:ea typeface="微软雅黑"/>
                </a:rPr>
                <a:t>Correctness</a:t>
              </a:r>
              <a:endParaRPr lang="en-US" sz="1050" dirty="0">
                <a:latin typeface="Rockwell" panose="02060603020205020403" pitchFamily="18" charset="0"/>
              </a:endParaRPr>
            </a:p>
          </p:txBody>
        </p:sp>
        <p:sp>
          <p:nvSpPr>
            <p:cNvPr id="117" name="AutoShape 4">
              <a:extLst>
                <a:ext uri="{FF2B5EF4-FFF2-40B4-BE49-F238E27FC236}">
                  <a16:creationId xmlns:a16="http://schemas.microsoft.com/office/drawing/2014/main" id="{5925019C-CC8B-B737-9666-391AFF767C55}"/>
                </a:ext>
              </a:extLst>
            </p:cNvPr>
            <p:cNvSpPr/>
            <p:nvPr/>
          </p:nvSpPr>
          <p:spPr>
            <a:xfrm>
              <a:off x="1077494" y="5490076"/>
              <a:ext cx="417444" cy="427893"/>
            </a:xfrm>
            <a:prstGeom prst="roundRect">
              <a:avLst>
                <a:gd name="adj" fmla="val 50000"/>
              </a:avLst>
            </a:prstGeom>
            <a:gradFill>
              <a:gsLst>
                <a:gs pos="0">
                  <a:srgbClr val="FF9A2C">
                    <a:lumMod val="60000"/>
                    <a:lumOff val="40000"/>
                  </a:srgbClr>
                </a:gs>
                <a:gs pos="50000">
                  <a:srgbClr val="FF9A2C"/>
                </a:gs>
              </a:gsLst>
              <a:lin ang="2700000"/>
            </a:gradFill>
            <a:ln w="76200">
              <a:solidFill>
                <a:srgbClr val="FFFFFF">
                  <a:alpha val="95000"/>
                </a:srgbClr>
              </a:solidFill>
            </a:ln>
          </p:spPr>
          <p:txBody>
            <a:bodyPr vert="horz" wrap="none" lIns="91440" tIns="45720" rIns="91440" bIns="4572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ctr">
                <a:lnSpc>
                  <a:spcPct val="110000"/>
                </a:lnSpc>
              </a:pPr>
              <a:r>
                <a:rPr lang="en-US" sz="1200" b="1" i="0" u="none" baseline="0" dirty="0">
                  <a:solidFill>
                    <a:srgbClr val="FFFFFF"/>
                  </a:solidFill>
                  <a:latin typeface="Arial"/>
                  <a:ea typeface="Arial"/>
                </a:rPr>
                <a:t>09</a:t>
              </a:r>
            </a:p>
          </p:txBody>
        </p:sp>
        <p:sp>
          <p:nvSpPr>
            <p:cNvPr id="119" name="AutoShape 3">
              <a:extLst>
                <a:ext uri="{FF2B5EF4-FFF2-40B4-BE49-F238E27FC236}">
                  <a16:creationId xmlns:a16="http://schemas.microsoft.com/office/drawing/2014/main" id="{7F0CA887-1AC6-C7F4-6FA3-F89B783ECA70}"/>
                </a:ext>
              </a:extLst>
            </p:cNvPr>
            <p:cNvSpPr/>
            <p:nvPr/>
          </p:nvSpPr>
          <p:spPr>
            <a:xfrm>
              <a:off x="1077493" y="5938893"/>
              <a:ext cx="3096000" cy="313975"/>
            </a:xfrm>
            <a:prstGeom prst="roundRect">
              <a:avLst>
                <a:gd name="adj" fmla="val 50000"/>
              </a:avLst>
            </a:prstGeom>
            <a:solidFill>
              <a:srgbClr val="FFFFFF"/>
            </a:solidFill>
          </p:spPr>
          <p:txBody>
            <a:bodyPr vert="horz" wrap="square" lIns="1080000" tIns="45720" rIns="91440" bIns="45720" anchor="ctr">
              <a:normAutofit fontScale="55000" lnSpcReduction="2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a:endParaRPr/>
            </a:p>
          </p:txBody>
        </p:sp>
        <p:sp>
          <p:nvSpPr>
            <p:cNvPr id="118" name="TextBox 60">
              <a:extLst>
                <a:ext uri="{FF2B5EF4-FFF2-40B4-BE49-F238E27FC236}">
                  <a16:creationId xmlns:a16="http://schemas.microsoft.com/office/drawing/2014/main" id="{1484C453-169C-990C-25F5-D0CD95240B88}"/>
                </a:ext>
              </a:extLst>
            </p:cNvPr>
            <p:cNvSpPr txBox="1"/>
            <p:nvPr/>
          </p:nvSpPr>
          <p:spPr>
            <a:xfrm>
              <a:off x="1431456" y="5941151"/>
              <a:ext cx="1479350" cy="338554"/>
            </a:xfrm>
            <a:prstGeom prst="rect">
              <a:avLst/>
            </a:prstGeom>
            <a:noFill/>
          </p:spPr>
          <p:txBody>
            <a:bodyPr vert="horz" wrap="square" lIns="91440" tIns="45720" rIns="91440" bIns="4572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a:defRPr/>
              </a:pPr>
              <a:r>
                <a:rPr lang="en-IN" altLang="zh-CN" sz="1600" b="0" i="0" u="none" baseline="0" dirty="0">
                  <a:solidFill>
                    <a:srgbClr val="000000"/>
                  </a:solidFill>
                  <a:latin typeface="Rockwell" panose="02060603020205020403" pitchFamily="18" charset="0"/>
                  <a:ea typeface="微软雅黑"/>
                </a:rPr>
                <a:t>Use Cases</a:t>
              </a:r>
              <a:endParaRPr lang="en-US" sz="1050" dirty="0">
                <a:latin typeface="Rockwell" panose="02060603020205020403" pitchFamily="18" charset="0"/>
              </a:endParaRPr>
            </a:p>
          </p:txBody>
        </p:sp>
        <p:sp>
          <p:nvSpPr>
            <p:cNvPr id="120" name="AutoShape 4">
              <a:extLst>
                <a:ext uri="{FF2B5EF4-FFF2-40B4-BE49-F238E27FC236}">
                  <a16:creationId xmlns:a16="http://schemas.microsoft.com/office/drawing/2014/main" id="{B6C3A695-FA2F-B82B-BFBE-C834395C2954}"/>
                </a:ext>
              </a:extLst>
            </p:cNvPr>
            <p:cNvSpPr/>
            <p:nvPr/>
          </p:nvSpPr>
          <p:spPr>
            <a:xfrm>
              <a:off x="1077494" y="5954834"/>
              <a:ext cx="417444" cy="427893"/>
            </a:xfrm>
            <a:prstGeom prst="roundRect">
              <a:avLst>
                <a:gd name="adj" fmla="val 50000"/>
              </a:avLst>
            </a:prstGeom>
            <a:gradFill>
              <a:gsLst>
                <a:gs pos="0">
                  <a:srgbClr val="FF9A2C">
                    <a:lumMod val="60000"/>
                    <a:lumOff val="40000"/>
                  </a:srgbClr>
                </a:gs>
                <a:gs pos="50000">
                  <a:srgbClr val="FF9A2C"/>
                </a:gs>
              </a:gsLst>
              <a:lin ang="2700000"/>
            </a:gradFill>
            <a:ln w="76200">
              <a:solidFill>
                <a:srgbClr val="FFFFFF">
                  <a:alpha val="95000"/>
                </a:srgbClr>
              </a:solidFill>
            </a:ln>
          </p:spPr>
          <p:txBody>
            <a:bodyPr vert="horz" wrap="none" lIns="91440" tIns="45720" rIns="91440" bIns="4572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ctr">
                <a:lnSpc>
                  <a:spcPct val="110000"/>
                </a:lnSpc>
              </a:pPr>
              <a:r>
                <a:rPr lang="en-US" sz="1200" b="1" dirty="0">
                  <a:solidFill>
                    <a:srgbClr val="FFFFFF"/>
                  </a:solidFill>
                  <a:latin typeface="Arial"/>
                  <a:ea typeface="Arial"/>
                </a:rPr>
                <a:t>10</a:t>
              </a:r>
              <a:endParaRPr lang="en-US" sz="1200" b="1" i="0" u="none" baseline="0" dirty="0">
                <a:solidFill>
                  <a:srgbClr val="FFFFFF"/>
                </a:solidFill>
                <a:latin typeface="Arial"/>
                <a:ea typeface="Arial"/>
              </a:endParaRPr>
            </a:p>
          </p:txBody>
        </p:sp>
        <p:sp>
          <p:nvSpPr>
            <p:cNvPr id="142" name="AutoShape 3">
              <a:extLst>
                <a:ext uri="{FF2B5EF4-FFF2-40B4-BE49-F238E27FC236}">
                  <a16:creationId xmlns:a16="http://schemas.microsoft.com/office/drawing/2014/main" id="{EC9A837B-6F77-DBA5-3F7F-70B734B84B37}"/>
                </a:ext>
              </a:extLst>
            </p:cNvPr>
            <p:cNvSpPr/>
            <p:nvPr/>
          </p:nvSpPr>
          <p:spPr>
            <a:xfrm>
              <a:off x="4823583" y="1765265"/>
              <a:ext cx="3096000" cy="313975"/>
            </a:xfrm>
            <a:prstGeom prst="roundRect">
              <a:avLst>
                <a:gd name="adj" fmla="val 50000"/>
              </a:avLst>
            </a:prstGeom>
            <a:solidFill>
              <a:srgbClr val="FFFFFF"/>
            </a:solidFill>
          </p:spPr>
          <p:txBody>
            <a:bodyPr vert="horz" wrap="square" lIns="1080000" tIns="45720" rIns="91440" bIns="45720" anchor="ctr">
              <a:normAutofit fontScale="55000" lnSpcReduction="2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a:endParaRPr/>
            </a:p>
          </p:txBody>
        </p:sp>
        <p:sp>
          <p:nvSpPr>
            <p:cNvPr id="121" name="TextBox 60">
              <a:extLst>
                <a:ext uri="{FF2B5EF4-FFF2-40B4-BE49-F238E27FC236}">
                  <a16:creationId xmlns:a16="http://schemas.microsoft.com/office/drawing/2014/main" id="{15A1F8AB-3AD6-5D29-0A94-864C7E9FBD41}"/>
                </a:ext>
              </a:extLst>
            </p:cNvPr>
            <p:cNvSpPr txBox="1"/>
            <p:nvPr/>
          </p:nvSpPr>
          <p:spPr>
            <a:xfrm>
              <a:off x="1431456" y="4539624"/>
              <a:ext cx="2167150" cy="338554"/>
            </a:xfrm>
            <a:prstGeom prst="rect">
              <a:avLst/>
            </a:prstGeom>
            <a:noFill/>
          </p:spPr>
          <p:txBody>
            <a:bodyPr vert="horz" wrap="square" lIns="91440" tIns="45720" rIns="91440" bIns="4572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a:defRPr/>
              </a:pPr>
              <a:r>
                <a:rPr lang="en-IN" sz="1600" dirty="0">
                  <a:solidFill>
                    <a:srgbClr val="000000"/>
                  </a:solidFill>
                  <a:latin typeface="Rockwell" panose="02060603020205020403" pitchFamily="18" charset="0"/>
                  <a:ea typeface="微软雅黑"/>
                </a:rPr>
                <a:t>Illustrative Example</a:t>
              </a:r>
              <a:endParaRPr lang="en-US" sz="1050" dirty="0">
                <a:latin typeface="Rockwell" panose="02060603020205020403" pitchFamily="18" charset="0"/>
              </a:endParaRPr>
            </a:p>
          </p:txBody>
        </p:sp>
        <p:sp>
          <p:nvSpPr>
            <p:cNvPr id="143" name="AutoShape 4">
              <a:extLst>
                <a:ext uri="{FF2B5EF4-FFF2-40B4-BE49-F238E27FC236}">
                  <a16:creationId xmlns:a16="http://schemas.microsoft.com/office/drawing/2014/main" id="{70294BAD-9D7C-0865-998F-519B0F3BC921}"/>
                </a:ext>
              </a:extLst>
            </p:cNvPr>
            <p:cNvSpPr/>
            <p:nvPr/>
          </p:nvSpPr>
          <p:spPr>
            <a:xfrm>
              <a:off x="4823584" y="1781210"/>
              <a:ext cx="417444" cy="427893"/>
            </a:xfrm>
            <a:prstGeom prst="roundRect">
              <a:avLst>
                <a:gd name="adj" fmla="val 50000"/>
              </a:avLst>
            </a:prstGeom>
            <a:gradFill>
              <a:gsLst>
                <a:gs pos="0">
                  <a:srgbClr val="FF9A2C">
                    <a:lumMod val="60000"/>
                    <a:lumOff val="40000"/>
                  </a:srgbClr>
                </a:gs>
                <a:gs pos="50000">
                  <a:srgbClr val="FF9A2C"/>
                </a:gs>
              </a:gsLst>
              <a:lin ang="2700000"/>
            </a:gradFill>
            <a:ln w="76200">
              <a:solidFill>
                <a:srgbClr val="FFFFFF">
                  <a:alpha val="95000"/>
                </a:srgbClr>
              </a:solidFill>
            </a:ln>
          </p:spPr>
          <p:txBody>
            <a:bodyPr vert="horz" wrap="none" lIns="91440" tIns="45720" rIns="91440" bIns="4572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ctr">
                <a:lnSpc>
                  <a:spcPct val="110000"/>
                </a:lnSpc>
              </a:pPr>
              <a:r>
                <a:rPr lang="en-US" sz="1200" b="1" dirty="0">
                  <a:solidFill>
                    <a:srgbClr val="FFFFFF"/>
                  </a:solidFill>
                  <a:latin typeface="Arial"/>
                  <a:ea typeface="Arial"/>
                </a:rPr>
                <a:t>1</a:t>
              </a:r>
              <a:r>
                <a:rPr lang="en-US" sz="1200" b="1" i="0" u="none" baseline="0" dirty="0">
                  <a:solidFill>
                    <a:srgbClr val="FFFFFF"/>
                  </a:solidFill>
                  <a:latin typeface="Arial"/>
                  <a:ea typeface="Arial"/>
                </a:rPr>
                <a:t>1</a:t>
              </a:r>
            </a:p>
          </p:txBody>
        </p:sp>
        <p:sp>
          <p:nvSpPr>
            <p:cNvPr id="147" name="AutoShape 3">
              <a:extLst>
                <a:ext uri="{FF2B5EF4-FFF2-40B4-BE49-F238E27FC236}">
                  <a16:creationId xmlns:a16="http://schemas.microsoft.com/office/drawing/2014/main" id="{D9898E93-55F4-A4EE-11D3-CBB7DD033E63}"/>
                </a:ext>
              </a:extLst>
            </p:cNvPr>
            <p:cNvSpPr/>
            <p:nvPr/>
          </p:nvSpPr>
          <p:spPr>
            <a:xfrm>
              <a:off x="4823583" y="2278423"/>
              <a:ext cx="3096000" cy="313975"/>
            </a:xfrm>
            <a:prstGeom prst="roundRect">
              <a:avLst>
                <a:gd name="adj" fmla="val 50000"/>
              </a:avLst>
            </a:prstGeom>
            <a:solidFill>
              <a:srgbClr val="FFFFFF"/>
            </a:solidFill>
          </p:spPr>
          <p:txBody>
            <a:bodyPr vert="horz" wrap="square" lIns="1080000" tIns="45720" rIns="91440" bIns="45720" anchor="ctr">
              <a:normAutofit fontScale="55000" lnSpcReduction="2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a:endParaRPr/>
            </a:p>
          </p:txBody>
        </p:sp>
        <p:sp>
          <p:nvSpPr>
            <p:cNvPr id="144" name="TextBox 60">
              <a:extLst>
                <a:ext uri="{FF2B5EF4-FFF2-40B4-BE49-F238E27FC236}">
                  <a16:creationId xmlns:a16="http://schemas.microsoft.com/office/drawing/2014/main" id="{472761C2-7310-236F-E136-D03EF84BCC37}"/>
                </a:ext>
              </a:extLst>
            </p:cNvPr>
            <p:cNvSpPr txBox="1"/>
            <p:nvPr/>
          </p:nvSpPr>
          <p:spPr>
            <a:xfrm>
              <a:off x="5177546" y="2270385"/>
              <a:ext cx="1479350" cy="338554"/>
            </a:xfrm>
            <a:prstGeom prst="rect">
              <a:avLst/>
            </a:prstGeom>
            <a:noFill/>
          </p:spPr>
          <p:txBody>
            <a:bodyPr vert="horz" wrap="square" lIns="91440" tIns="45720" rIns="91440" bIns="4572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a:defRPr/>
              </a:pPr>
              <a:r>
                <a:rPr lang="en-IN" altLang="zh-CN" sz="1600" b="0" i="0" u="none" baseline="0" dirty="0">
                  <a:solidFill>
                    <a:srgbClr val="000000"/>
                  </a:solidFill>
                  <a:latin typeface="Rockwell" panose="02060603020205020403" pitchFamily="18" charset="0"/>
                  <a:ea typeface="微软雅黑"/>
                </a:rPr>
                <a:t>Conclusion</a:t>
              </a:r>
              <a:endParaRPr lang="en-US" sz="1050" dirty="0">
                <a:latin typeface="Rockwell" panose="02060603020205020403" pitchFamily="18" charset="0"/>
              </a:endParaRPr>
            </a:p>
          </p:txBody>
        </p:sp>
        <p:sp>
          <p:nvSpPr>
            <p:cNvPr id="148" name="AutoShape 4">
              <a:extLst>
                <a:ext uri="{FF2B5EF4-FFF2-40B4-BE49-F238E27FC236}">
                  <a16:creationId xmlns:a16="http://schemas.microsoft.com/office/drawing/2014/main" id="{1344877D-CAF8-AC60-D5D0-29937BA44482}"/>
                </a:ext>
              </a:extLst>
            </p:cNvPr>
            <p:cNvSpPr/>
            <p:nvPr/>
          </p:nvSpPr>
          <p:spPr>
            <a:xfrm>
              <a:off x="4823584" y="2294368"/>
              <a:ext cx="417444" cy="427893"/>
            </a:xfrm>
            <a:prstGeom prst="roundRect">
              <a:avLst>
                <a:gd name="adj" fmla="val 50000"/>
              </a:avLst>
            </a:prstGeom>
            <a:gradFill>
              <a:gsLst>
                <a:gs pos="0">
                  <a:srgbClr val="FF9A2C">
                    <a:lumMod val="60000"/>
                    <a:lumOff val="40000"/>
                  </a:srgbClr>
                </a:gs>
                <a:gs pos="50000">
                  <a:srgbClr val="FF9A2C"/>
                </a:gs>
              </a:gsLst>
              <a:lin ang="2700000"/>
            </a:gradFill>
            <a:ln w="76200">
              <a:solidFill>
                <a:srgbClr val="FFFFFF">
                  <a:alpha val="95000"/>
                </a:srgbClr>
              </a:solidFill>
            </a:ln>
          </p:spPr>
          <p:txBody>
            <a:bodyPr vert="horz" wrap="none" lIns="91440" tIns="45720" rIns="91440" bIns="4572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ctr">
                <a:lnSpc>
                  <a:spcPct val="110000"/>
                </a:lnSpc>
              </a:pPr>
              <a:r>
                <a:rPr lang="en-US" sz="1200" b="1" dirty="0">
                  <a:solidFill>
                    <a:srgbClr val="FFFFFF"/>
                  </a:solidFill>
                  <a:latin typeface="Arial"/>
                  <a:ea typeface="Arial"/>
                </a:rPr>
                <a:t>12</a:t>
              </a:r>
              <a:endParaRPr lang="en-US" sz="1200" b="1" i="0" u="none" baseline="0" dirty="0">
                <a:solidFill>
                  <a:srgbClr val="FFFFFF"/>
                </a:solidFill>
                <a:latin typeface="Arial"/>
                <a:ea typeface="Arial"/>
              </a:endParaRPr>
            </a:p>
          </p:txBody>
        </p:sp>
        <p:sp>
          <p:nvSpPr>
            <p:cNvPr id="150" name="AutoShape 3">
              <a:extLst>
                <a:ext uri="{FF2B5EF4-FFF2-40B4-BE49-F238E27FC236}">
                  <a16:creationId xmlns:a16="http://schemas.microsoft.com/office/drawing/2014/main" id="{BECDE51C-3E39-15E9-B62A-0D57246E89D5}"/>
                </a:ext>
              </a:extLst>
            </p:cNvPr>
            <p:cNvSpPr/>
            <p:nvPr/>
          </p:nvSpPr>
          <p:spPr>
            <a:xfrm>
              <a:off x="4823584" y="2800010"/>
              <a:ext cx="3096000" cy="313975"/>
            </a:xfrm>
            <a:prstGeom prst="roundRect">
              <a:avLst>
                <a:gd name="adj" fmla="val 50000"/>
              </a:avLst>
            </a:prstGeom>
            <a:solidFill>
              <a:srgbClr val="FFFFFF"/>
            </a:solidFill>
          </p:spPr>
          <p:txBody>
            <a:bodyPr vert="horz" wrap="square" lIns="1080000" tIns="45720" rIns="91440" bIns="45720" anchor="ctr">
              <a:normAutofit fontScale="55000" lnSpcReduction="2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a:endParaRPr/>
            </a:p>
          </p:txBody>
        </p:sp>
        <p:sp>
          <p:nvSpPr>
            <p:cNvPr id="149" name="TextBox 60">
              <a:extLst>
                <a:ext uri="{FF2B5EF4-FFF2-40B4-BE49-F238E27FC236}">
                  <a16:creationId xmlns:a16="http://schemas.microsoft.com/office/drawing/2014/main" id="{8FBACA8A-B03C-FC57-44FF-B205A86299CC}"/>
                </a:ext>
              </a:extLst>
            </p:cNvPr>
            <p:cNvSpPr txBox="1"/>
            <p:nvPr/>
          </p:nvSpPr>
          <p:spPr>
            <a:xfrm>
              <a:off x="5177546" y="2783543"/>
              <a:ext cx="1479350" cy="338554"/>
            </a:xfrm>
            <a:prstGeom prst="rect">
              <a:avLst/>
            </a:prstGeom>
            <a:noFill/>
          </p:spPr>
          <p:txBody>
            <a:bodyPr vert="horz" wrap="square" lIns="91440" tIns="45720" rIns="91440" bIns="4572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a:defRPr/>
              </a:pPr>
              <a:r>
                <a:rPr lang="en-IN" altLang="zh-CN" sz="1600" b="0" i="0" u="none" baseline="0" dirty="0">
                  <a:solidFill>
                    <a:srgbClr val="000000"/>
                  </a:solidFill>
                  <a:latin typeface="Rockwell" panose="02060603020205020403" pitchFamily="18" charset="0"/>
                  <a:ea typeface="微软雅黑"/>
                </a:rPr>
                <a:t>References</a:t>
              </a:r>
              <a:endParaRPr lang="en-US" sz="1050" dirty="0">
                <a:latin typeface="Rockwell" panose="02060603020205020403" pitchFamily="18" charset="0"/>
              </a:endParaRPr>
            </a:p>
          </p:txBody>
        </p:sp>
        <p:sp>
          <p:nvSpPr>
            <p:cNvPr id="151" name="AutoShape 4">
              <a:extLst>
                <a:ext uri="{FF2B5EF4-FFF2-40B4-BE49-F238E27FC236}">
                  <a16:creationId xmlns:a16="http://schemas.microsoft.com/office/drawing/2014/main" id="{B58487E7-B196-BC6E-2022-A630A04FFD63}"/>
                </a:ext>
              </a:extLst>
            </p:cNvPr>
            <p:cNvSpPr/>
            <p:nvPr/>
          </p:nvSpPr>
          <p:spPr>
            <a:xfrm>
              <a:off x="4823584" y="2815955"/>
              <a:ext cx="417444" cy="427893"/>
            </a:xfrm>
            <a:prstGeom prst="roundRect">
              <a:avLst>
                <a:gd name="adj" fmla="val 50000"/>
              </a:avLst>
            </a:prstGeom>
            <a:gradFill>
              <a:gsLst>
                <a:gs pos="0">
                  <a:srgbClr val="FF9A2C">
                    <a:lumMod val="60000"/>
                    <a:lumOff val="40000"/>
                  </a:srgbClr>
                </a:gs>
                <a:gs pos="50000">
                  <a:srgbClr val="FF9A2C"/>
                </a:gs>
              </a:gsLst>
              <a:lin ang="2700000"/>
            </a:gradFill>
            <a:ln w="76200">
              <a:solidFill>
                <a:srgbClr val="FFFFFF">
                  <a:alpha val="95000"/>
                </a:srgbClr>
              </a:solidFill>
            </a:ln>
          </p:spPr>
          <p:txBody>
            <a:bodyPr vert="horz" wrap="none" lIns="91440" tIns="45720" rIns="91440" bIns="4572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ctr">
                <a:lnSpc>
                  <a:spcPct val="110000"/>
                </a:lnSpc>
              </a:pPr>
              <a:r>
                <a:rPr lang="en-US" sz="1200" b="1" dirty="0">
                  <a:solidFill>
                    <a:srgbClr val="FFFFFF"/>
                  </a:solidFill>
                  <a:latin typeface="Arial"/>
                  <a:ea typeface="Arial"/>
                </a:rPr>
                <a:t>13</a:t>
              </a:r>
              <a:endParaRPr lang="en-US" sz="1200" b="1" i="0" u="none" baseline="0" dirty="0">
                <a:solidFill>
                  <a:srgbClr val="FFFFFF"/>
                </a:solidFill>
                <a:latin typeface="Arial"/>
                <a:ea typeface="Arial"/>
              </a:endParaRPr>
            </a:p>
          </p:txBody>
        </p:sp>
        <p:sp>
          <p:nvSpPr>
            <p:cNvPr id="152" name="TextBox 60">
              <a:extLst>
                <a:ext uri="{FF2B5EF4-FFF2-40B4-BE49-F238E27FC236}">
                  <a16:creationId xmlns:a16="http://schemas.microsoft.com/office/drawing/2014/main" id="{F45190C3-B7B6-8D17-B78D-3E52E2B8E260}"/>
                </a:ext>
              </a:extLst>
            </p:cNvPr>
            <p:cNvSpPr txBox="1"/>
            <p:nvPr/>
          </p:nvSpPr>
          <p:spPr>
            <a:xfrm>
              <a:off x="5177546" y="1737316"/>
              <a:ext cx="1479350" cy="338554"/>
            </a:xfrm>
            <a:prstGeom prst="rect">
              <a:avLst/>
            </a:prstGeom>
            <a:noFill/>
          </p:spPr>
          <p:txBody>
            <a:bodyPr vert="horz" wrap="square" lIns="91440" tIns="45720" rIns="91440" bIns="4572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a:defRPr/>
              </a:pPr>
              <a:r>
                <a:rPr lang="en-IN" altLang="zh-CN" sz="1600" b="0" i="0" u="none" baseline="0" dirty="0">
                  <a:solidFill>
                    <a:srgbClr val="000000"/>
                  </a:solidFill>
                  <a:latin typeface="Rockwell" panose="02060603020205020403" pitchFamily="18" charset="0"/>
                  <a:ea typeface="微软雅黑"/>
                </a:rPr>
                <a:t>Future Scope</a:t>
              </a:r>
              <a:endParaRPr lang="en-US" sz="1050" dirty="0">
                <a:latin typeface="Rockwell" panose="02060603020205020403" pitchFamily="18" charset="0"/>
              </a:endParaRPr>
            </a:p>
          </p:txBody>
        </p:sp>
      </p:grpSp>
      <p:pic>
        <p:nvPicPr>
          <p:cNvPr id="3" name="Picture 2">
            <a:extLst>
              <a:ext uri="{FF2B5EF4-FFF2-40B4-BE49-F238E27FC236}">
                <a16:creationId xmlns:a16="http://schemas.microsoft.com/office/drawing/2014/main" id="{083CE32C-7CF2-D666-9345-DB29C9E8A7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7738" y="1643538"/>
            <a:ext cx="3782432" cy="3782432"/>
          </a:xfrm>
          <a:prstGeom prst="rect">
            <a:avLst/>
          </a:prstGeom>
        </p:spPr>
      </p:pic>
    </p:spTree>
    <p:extLst>
      <p:ext uri="{BB962C8B-B14F-4D97-AF65-F5344CB8AC3E}">
        <p14:creationId xmlns:p14="http://schemas.microsoft.com/office/powerpoint/2010/main" val="1311619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750"/>
                                        <p:tgtEl>
                                          <p:spTgt spid="14"/>
                                        </p:tgtEl>
                                      </p:cBhvr>
                                    </p:animEffect>
                                  </p:childTnLst>
                                </p:cTn>
                              </p:par>
                            </p:childTnLst>
                          </p:cTn>
                        </p:par>
                        <p:par>
                          <p:cTn id="8" fill="hold">
                            <p:stCondLst>
                              <p:cond delay="750"/>
                            </p:stCondLst>
                            <p:childTnLst>
                              <p:par>
                                <p:cTn id="9" presetID="42"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anim calcmode="lin" valueType="num">
                                      <p:cBhvr>
                                        <p:cTn id="12" dur="1000" fill="hold"/>
                                        <p:tgtEl>
                                          <p:spTgt spid="2"/>
                                        </p:tgtEl>
                                        <p:attrNameLst>
                                          <p:attrName>ppt_x</p:attrName>
                                        </p:attrNameLst>
                                      </p:cBhvr>
                                      <p:tavLst>
                                        <p:tav tm="0">
                                          <p:val>
                                            <p:strVal val="#ppt_x"/>
                                          </p:val>
                                        </p:tav>
                                        <p:tav tm="100000">
                                          <p:val>
                                            <p:strVal val="#ppt_x"/>
                                          </p:val>
                                        </p:tav>
                                      </p:tavLst>
                                    </p:anim>
                                    <p:anim calcmode="lin" valueType="num">
                                      <p:cBhvr>
                                        <p:cTn id="1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034DD-5D64-C0B6-0DC8-35CA4B970F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703AE3-3794-CE8D-7369-BF672AF97C56}"/>
              </a:ext>
            </a:extLst>
          </p:cNvPr>
          <p:cNvSpPr>
            <a:spLocks noGrp="1"/>
          </p:cNvSpPr>
          <p:nvPr>
            <p:ph type="title"/>
          </p:nvPr>
        </p:nvSpPr>
        <p:spPr>
          <a:xfrm>
            <a:off x="782320" y="1034841"/>
            <a:ext cx="4532630" cy="558799"/>
          </a:xfrm>
        </p:spPr>
        <p:txBody>
          <a:bodyPr>
            <a:noAutofit/>
          </a:bodyPr>
          <a:lstStyle/>
          <a:p>
            <a:r>
              <a:rPr lang="en-US" b="1" dirty="0">
                <a:solidFill>
                  <a:schemeClr val="tx1"/>
                </a:solidFill>
                <a:latin typeface="Cambria" panose="02040503050406030204" pitchFamily="18" charset="0"/>
                <a:ea typeface="Cambria" panose="02040503050406030204" pitchFamily="18" charset="0"/>
                <a:cs typeface="Arial" panose="020B0604020202020204" pitchFamily="34" charset="0"/>
              </a:rPr>
              <a:t>Introduction</a:t>
            </a:r>
            <a:endParaRPr lang="en-US" sz="4000" b="1" dirty="0">
              <a:solidFill>
                <a:schemeClr val="tx1"/>
              </a:solidFill>
              <a:latin typeface="Cambria" panose="02040503050406030204" pitchFamily="18" charset="0"/>
              <a:ea typeface="Cambria" panose="02040503050406030204" pitchFamily="18" charset="0"/>
              <a:cs typeface="Arial" panose="020B0604020202020204" pitchFamily="34" charset="0"/>
            </a:endParaRPr>
          </a:p>
        </p:txBody>
      </p:sp>
      <p:sp>
        <p:nvSpPr>
          <p:cNvPr id="3" name="Text Placeholder 2">
            <a:extLst>
              <a:ext uri="{FF2B5EF4-FFF2-40B4-BE49-F238E27FC236}">
                <a16:creationId xmlns:a16="http://schemas.microsoft.com/office/drawing/2014/main" id="{3F91108E-5B74-4A8F-DC40-66EB9234DBEB}"/>
              </a:ext>
            </a:extLst>
          </p:cNvPr>
          <p:cNvSpPr>
            <a:spLocks noGrp="1"/>
          </p:cNvSpPr>
          <p:nvPr>
            <p:ph sz="quarter" idx="10"/>
          </p:nvPr>
        </p:nvSpPr>
        <p:spPr>
          <a:xfrm>
            <a:off x="776289" y="1958848"/>
            <a:ext cx="7834312" cy="3344672"/>
          </a:xfrm>
        </p:spPr>
        <p:txBody>
          <a:bodyPr>
            <a:normAutofit/>
          </a:bodyPr>
          <a:lstStyle/>
          <a:p>
            <a:r>
              <a:rPr lang="en-US" sz="1600" dirty="0">
                <a:latin typeface="Rockwell" panose="02060603020205020403" pitchFamily="18" charset="0"/>
              </a:rPr>
              <a:t>Swarm robotics studies how multiple autonomous robots work together to achieve a common goal without centralized control or direct communication. In the previous work, a distributed algorithm was proposed to uniformly scatter robots on alternate nodes of a two-dimensional grid.</a:t>
            </a:r>
          </a:p>
          <a:p>
            <a:r>
              <a:rPr lang="en-US" sz="1600" dirty="0">
                <a:latin typeface="Rockwell" panose="02060603020205020403" pitchFamily="18" charset="0"/>
              </a:rPr>
              <a:t>The robots are autonomous, anonymous, and memoryless, and they operate using the </a:t>
            </a:r>
            <a:r>
              <a:rPr lang="en-US" sz="1600" b="1" dirty="0">
                <a:latin typeface="Rockwell" panose="02060603020205020403" pitchFamily="18" charset="0"/>
              </a:rPr>
              <a:t>Look–Compute–Move</a:t>
            </a:r>
            <a:r>
              <a:rPr lang="en-US" sz="1600" dirty="0">
                <a:latin typeface="Rockwell" panose="02060603020205020403" pitchFamily="18" charset="0"/>
              </a:rPr>
              <a:t> cycle, where they observe their surroundings, decide their next action, and then move accordingly. The system assumes an infinite grid environment where robots occupy grid nodes, move along grid edges, and share common directions without communicating with each other.</a:t>
            </a:r>
          </a:p>
          <a:p>
            <a:r>
              <a:rPr lang="en-US" sz="1600" dirty="0">
                <a:latin typeface="Rockwell" panose="02060603020205020403" pitchFamily="18" charset="0"/>
              </a:rPr>
              <a:t>Using simple local rules under a semi-synchronous execution model, the algorithm successfully achieves a collision-free, deadlock-free, and uniformly distributed robot arrangement.</a:t>
            </a:r>
          </a:p>
        </p:txBody>
      </p:sp>
      <p:sp>
        <p:nvSpPr>
          <p:cNvPr id="6" name="Slide Number Placeholder 5">
            <a:extLst>
              <a:ext uri="{FF2B5EF4-FFF2-40B4-BE49-F238E27FC236}">
                <a16:creationId xmlns:a16="http://schemas.microsoft.com/office/drawing/2014/main" id="{E1BE585B-A101-1164-5F7B-212D8F7469C0}"/>
              </a:ext>
            </a:extLst>
          </p:cNvPr>
          <p:cNvSpPr>
            <a:spLocks noGrp="1"/>
          </p:cNvSpPr>
          <p:nvPr>
            <p:ph type="sldNum" sz="quarter" idx="4"/>
          </p:nvPr>
        </p:nvSpPr>
        <p:spPr/>
        <p:txBody>
          <a:bodyPr/>
          <a:lstStyle/>
          <a:p>
            <a:fld id="{D57F1E4F-1CFF-5643-939E-02111984F565}" type="slidenum">
              <a:rPr lang="en-US" smtClean="0"/>
              <a:pPr/>
              <a:t>3</a:t>
            </a:fld>
            <a:endParaRPr lang="en-US" dirty="0"/>
          </a:p>
        </p:txBody>
      </p:sp>
      <p:pic>
        <p:nvPicPr>
          <p:cNvPr id="5" name="Picture 4">
            <a:extLst>
              <a:ext uri="{FF2B5EF4-FFF2-40B4-BE49-F238E27FC236}">
                <a16:creationId xmlns:a16="http://schemas.microsoft.com/office/drawing/2014/main" id="{2B3EAFED-FD5D-613C-978D-C999C0AF5F34}"/>
              </a:ext>
            </a:extLst>
          </p:cNvPr>
          <p:cNvPicPr>
            <a:picLocks noChangeAspect="1"/>
          </p:cNvPicPr>
          <p:nvPr/>
        </p:nvPicPr>
        <p:blipFill>
          <a:blip r:embed="rId3"/>
          <a:stretch>
            <a:fillRect/>
          </a:stretch>
        </p:blipFill>
        <p:spPr>
          <a:xfrm>
            <a:off x="8485892" y="1419904"/>
            <a:ext cx="3600152" cy="3600152"/>
          </a:xfrm>
          <a:prstGeom prst="rect">
            <a:avLst/>
          </a:prstGeom>
          <a:effectLst>
            <a:glow rad="63500">
              <a:schemeClr val="tx1">
                <a:alpha val="40000"/>
              </a:schemeClr>
            </a:glow>
          </a:effectLst>
        </p:spPr>
      </p:pic>
    </p:spTree>
    <p:extLst>
      <p:ext uri="{BB962C8B-B14F-4D97-AF65-F5344CB8AC3E}">
        <p14:creationId xmlns:p14="http://schemas.microsoft.com/office/powerpoint/2010/main" val="3555361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750"/>
                                        <p:tgtEl>
                                          <p:spTgt spid="5"/>
                                        </p:tgtEl>
                                      </p:cBhvr>
                                    </p:animEffect>
                                  </p:childTnLst>
                                </p:cTn>
                              </p:par>
                            </p:childTnLst>
                          </p:cTn>
                        </p:par>
                        <p:par>
                          <p:cTn id="14" fill="hold">
                            <p:stCondLst>
                              <p:cond delay="1750"/>
                            </p:stCondLst>
                            <p:childTnLst>
                              <p:par>
                                <p:cTn id="15" presetID="42" presetClass="entr" presetSubtype="0" fill="hold" grpId="0" nodeType="after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1000"/>
                                        <p:tgtEl>
                                          <p:spTgt spid="3">
                                            <p:txEl>
                                              <p:pRg st="0" end="0"/>
                                            </p:txEl>
                                          </p:spTgt>
                                        </p:tgtEl>
                                      </p:cBhvr>
                                    </p:animEffect>
                                    <p:anim calcmode="lin" valueType="num">
                                      <p:cBhvr>
                                        <p:cTn id="1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par>
                          <p:cTn id="20" fill="hold">
                            <p:stCondLst>
                              <p:cond delay="2750"/>
                            </p:stCondLst>
                            <p:childTnLst>
                              <p:par>
                                <p:cTn id="21" presetID="42" presetClass="entr" presetSubtype="0" fill="hold" grpId="0" nodeType="after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Effect transition="in" filter="fade">
                                      <p:cBhvr>
                                        <p:cTn id="23" dur="1000"/>
                                        <p:tgtEl>
                                          <p:spTgt spid="3">
                                            <p:txEl>
                                              <p:pRg st="1" end="1"/>
                                            </p:txEl>
                                          </p:spTgt>
                                        </p:tgtEl>
                                      </p:cBhvr>
                                    </p:animEffect>
                                    <p:anim calcmode="lin" valueType="num">
                                      <p:cBhvr>
                                        <p:cTn id="2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par>
                          <p:cTn id="26" fill="hold">
                            <p:stCondLst>
                              <p:cond delay="3750"/>
                            </p:stCondLst>
                            <p:childTnLst>
                              <p:par>
                                <p:cTn id="27" presetID="42" presetClass="entr" presetSubtype="0" fill="hold" grpId="0" nodeType="after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fade">
                                      <p:cBhvr>
                                        <p:cTn id="29" dur="1000"/>
                                        <p:tgtEl>
                                          <p:spTgt spid="3">
                                            <p:txEl>
                                              <p:pRg st="2" end="2"/>
                                            </p:txEl>
                                          </p:spTgt>
                                        </p:tgtEl>
                                      </p:cBhvr>
                                    </p:animEffect>
                                    <p:anim calcmode="lin" valueType="num">
                                      <p:cBhvr>
                                        <p:cTn id="3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a:extLst>
              <a:ext uri="{FF2B5EF4-FFF2-40B4-BE49-F238E27FC236}">
                <a16:creationId xmlns:a16="http://schemas.microsoft.com/office/drawing/2014/main" id="{D1320E77-B703-6F88-10F1-3B3ACF460737}"/>
              </a:ext>
            </a:extLst>
          </p:cNvPr>
          <p:cNvSpPr>
            <a:spLocks noGrp="1"/>
          </p:cNvSpPr>
          <p:nvPr>
            <p:ph type="title"/>
          </p:nvPr>
        </p:nvSpPr>
        <p:spPr>
          <a:xfrm>
            <a:off x="782320" y="1006266"/>
            <a:ext cx="7066280" cy="558799"/>
          </a:xfrm>
        </p:spPr>
        <p:txBody>
          <a:bodyPr>
            <a:noAutofit/>
          </a:bodyPr>
          <a:lstStyle/>
          <a:p>
            <a:r>
              <a:rPr lang="en-US" b="1" dirty="0">
                <a:solidFill>
                  <a:schemeClr val="tx1"/>
                </a:solidFill>
                <a:latin typeface="Cambria" panose="02040503050406030204" pitchFamily="18" charset="0"/>
                <a:ea typeface="Cambria" panose="02040503050406030204" pitchFamily="18" charset="0"/>
                <a:cs typeface="Arial" panose="020B0604020202020204" pitchFamily="34" charset="0"/>
              </a:rPr>
              <a:t>Problem Definition</a:t>
            </a:r>
          </a:p>
        </p:txBody>
      </p:sp>
      <p:sp>
        <p:nvSpPr>
          <p:cNvPr id="5" name="Slide Number Placeholder 4"/>
          <p:cNvSpPr>
            <a:spLocks noGrp="1"/>
          </p:cNvSpPr>
          <p:nvPr>
            <p:ph type="sldNum" sz="quarter" idx="12"/>
          </p:nvPr>
        </p:nvSpPr>
        <p:spPr/>
        <p:txBody>
          <a:bodyPr/>
          <a:lstStyle/>
          <a:p>
            <a:fld id="{D57F1E4F-1CFF-5643-939E-02111984F565}" type="slidenum">
              <a:rPr lang="en-US" smtClean="0"/>
              <a:pPr/>
              <a:t>4</a:t>
            </a:fld>
            <a:endParaRPr lang="en-US" dirty="0"/>
          </a:p>
        </p:txBody>
      </p:sp>
      <p:grpSp>
        <p:nvGrpSpPr>
          <p:cNvPr id="3" name="Group 2">
            <a:extLst>
              <a:ext uri="{FF2B5EF4-FFF2-40B4-BE49-F238E27FC236}">
                <a16:creationId xmlns:a16="http://schemas.microsoft.com/office/drawing/2014/main" id="{62E06F99-F74D-5E77-7109-B5A48169AD63}"/>
              </a:ext>
            </a:extLst>
          </p:cNvPr>
          <p:cNvGrpSpPr/>
          <p:nvPr/>
        </p:nvGrpSpPr>
        <p:grpSpPr>
          <a:xfrm>
            <a:off x="738779" y="2069592"/>
            <a:ext cx="2160465" cy="1886768"/>
            <a:chOff x="738779" y="2069592"/>
            <a:chExt cx="2160465" cy="1886768"/>
          </a:xfrm>
        </p:grpSpPr>
        <p:pic>
          <p:nvPicPr>
            <p:cNvPr id="7" name="Image 2" descr="preencoded.png"/>
            <p:cNvPicPr>
              <a:picLocks noChangeAspect="1"/>
            </p:cNvPicPr>
            <p:nvPr/>
          </p:nvPicPr>
          <p:blipFill>
            <a:blip r:embed="rId2">
              <a:extLst>
                <a:ext uri="{BEBA8EAE-BF5A-486C-A8C5-ECC9F3942E4B}">
                  <a14:imgProps xmlns:a14="http://schemas.microsoft.com/office/drawing/2010/main">
                    <a14:imgLayer r:embed="rId3">
                      <a14:imgEffect>
                        <a14:artisticGlowDiffused/>
                      </a14:imgEffect>
                    </a14:imgLayer>
                  </a14:imgProps>
                </a:ext>
              </a:extLst>
            </a:blip>
            <a:stretch>
              <a:fillRect/>
            </a:stretch>
          </p:blipFill>
          <p:spPr>
            <a:xfrm>
              <a:off x="738779" y="2069592"/>
              <a:ext cx="2160465" cy="1886768"/>
            </a:xfrm>
            <a:prstGeom prst="rect">
              <a:avLst/>
            </a:prstGeom>
            <a:effectLst>
              <a:outerShdw blurRad="63500" sx="102000" sy="102000" algn="ctr" rotWithShape="0">
                <a:prstClr val="black">
                  <a:alpha val="40000"/>
                </a:prstClr>
              </a:outerShdw>
            </a:effectLst>
          </p:spPr>
        </p:pic>
        <p:sp>
          <p:nvSpPr>
            <p:cNvPr id="10" name="Text 2"/>
            <p:cNvSpPr/>
            <p:nvPr/>
          </p:nvSpPr>
          <p:spPr>
            <a:xfrm>
              <a:off x="887730" y="2257426"/>
              <a:ext cx="1914525" cy="1590674"/>
            </a:xfrm>
            <a:prstGeom prst="rect">
              <a:avLst/>
            </a:prstGeom>
            <a:noFill/>
            <a:ln/>
          </p:spPr>
          <p:txBody>
            <a:bodyPr wrap="square" lIns="0" tIns="0" rIns="0" bIns="0" rtlCol="0" anchor="ctr"/>
            <a:lstStyle/>
            <a:p>
              <a:pPr algn="ctr">
                <a:lnSpc>
                  <a:spcPts val="1890"/>
                </a:lnSpc>
              </a:pPr>
              <a:r>
                <a:rPr lang="en-US" sz="1600" dirty="0">
                  <a:solidFill>
                    <a:srgbClr val="2B2B2B"/>
                  </a:solidFill>
                  <a:latin typeface="Rockwell" panose="02060603020205020403" pitchFamily="18" charset="0"/>
                  <a:ea typeface="思源黑体-思源黑体-Medium" pitchFamily="34" charset="-122"/>
                  <a:cs typeface="思源黑体-思源黑体-Medium" pitchFamily="34" charset="-120"/>
                </a:rPr>
                <a:t>Robots are initially placed at arbitrary positions on a two-dimensional grid.</a:t>
              </a:r>
              <a:endParaRPr lang="en-US" sz="1600" dirty="0">
                <a:latin typeface="Rockwell" panose="02060603020205020403" pitchFamily="18" charset="0"/>
              </a:endParaRPr>
            </a:p>
          </p:txBody>
        </p:sp>
      </p:grpSp>
      <p:sp>
        <p:nvSpPr>
          <p:cNvPr id="14" name="Text 3"/>
          <p:cNvSpPr/>
          <p:nvPr/>
        </p:nvSpPr>
        <p:spPr>
          <a:xfrm>
            <a:off x="2650268" y="4520247"/>
            <a:ext cx="154319" cy="291915"/>
          </a:xfrm>
          <a:prstGeom prst="rect">
            <a:avLst/>
          </a:prstGeom>
          <a:noFill/>
          <a:ln/>
        </p:spPr>
        <p:txBody>
          <a:bodyPr wrap="none" lIns="0" tIns="0" rIns="0" bIns="0" rtlCol="0" anchor="ctr"/>
          <a:lstStyle/>
          <a:p>
            <a:pPr marL="0" indent="0" algn="l">
              <a:lnSpc>
                <a:spcPts val="2450"/>
              </a:lnSpc>
              <a:buNone/>
            </a:pPr>
            <a:endParaRPr lang="en-US" sz="2040" dirty="0">
              <a:latin typeface="Sitka Small" pitchFamily="2" charset="0"/>
            </a:endParaRPr>
          </a:p>
        </p:txBody>
      </p:sp>
      <p:grpSp>
        <p:nvGrpSpPr>
          <p:cNvPr id="8" name="Group 7">
            <a:extLst>
              <a:ext uri="{FF2B5EF4-FFF2-40B4-BE49-F238E27FC236}">
                <a16:creationId xmlns:a16="http://schemas.microsoft.com/office/drawing/2014/main" id="{5C2EC2F9-5612-1582-0065-9D5ADD705137}"/>
              </a:ext>
            </a:extLst>
          </p:cNvPr>
          <p:cNvGrpSpPr/>
          <p:nvPr/>
        </p:nvGrpSpPr>
        <p:grpSpPr>
          <a:xfrm>
            <a:off x="732849" y="4346724"/>
            <a:ext cx="2160465" cy="1701651"/>
            <a:chOff x="732849" y="4346724"/>
            <a:chExt cx="2160465" cy="1701651"/>
          </a:xfrm>
        </p:grpSpPr>
        <p:pic>
          <p:nvPicPr>
            <p:cNvPr id="12" name="Image 3" descr="preencoded.png"/>
            <p:cNvPicPr>
              <a:picLocks noChangeAspect="1"/>
            </p:cNvPicPr>
            <p:nvPr/>
          </p:nvPicPr>
          <p:blipFill>
            <a:blip r:embed="rId4">
              <a:extLst>
                <a:ext uri="{BEBA8EAE-BF5A-486C-A8C5-ECC9F3942E4B}">
                  <a14:imgProps xmlns:a14="http://schemas.microsoft.com/office/drawing/2010/main">
                    <a14:imgLayer r:embed="rId5">
                      <a14:imgEffect>
                        <a14:artisticGlowDiffused/>
                      </a14:imgEffect>
                    </a14:imgLayer>
                  </a14:imgProps>
                </a:ext>
              </a:extLst>
            </a:blip>
            <a:stretch>
              <a:fillRect/>
            </a:stretch>
          </p:blipFill>
          <p:spPr>
            <a:xfrm>
              <a:off x="732849" y="4346724"/>
              <a:ext cx="2160465" cy="1701651"/>
            </a:xfrm>
            <a:prstGeom prst="rect">
              <a:avLst/>
            </a:prstGeom>
            <a:effectLst>
              <a:outerShdw blurRad="63500" sx="102000" sy="102000" algn="ctr" rotWithShape="0">
                <a:prstClr val="black">
                  <a:alpha val="40000"/>
                </a:prstClr>
              </a:outerShdw>
            </a:effectLst>
          </p:spPr>
        </p:pic>
        <p:sp>
          <p:nvSpPr>
            <p:cNvPr id="15" name="Text 4"/>
            <p:cNvSpPr/>
            <p:nvPr/>
          </p:nvSpPr>
          <p:spPr>
            <a:xfrm>
              <a:off x="881458" y="4581526"/>
              <a:ext cx="1740375" cy="1312532"/>
            </a:xfrm>
            <a:prstGeom prst="rect">
              <a:avLst/>
            </a:prstGeom>
            <a:noFill/>
            <a:ln/>
          </p:spPr>
          <p:txBody>
            <a:bodyPr wrap="square" lIns="0" tIns="0" rIns="0" bIns="0" rtlCol="0" anchor="ctr"/>
            <a:lstStyle/>
            <a:p>
              <a:pPr algn="ctr">
                <a:lnSpc>
                  <a:spcPts val="1890"/>
                </a:lnSpc>
              </a:pPr>
              <a:r>
                <a:rPr lang="en-US" sz="1600" dirty="0">
                  <a:solidFill>
                    <a:srgbClr val="2B2B2B"/>
                  </a:solidFill>
                  <a:latin typeface="Rockwell" panose="02060603020205020403" pitchFamily="18" charset="0"/>
                  <a:ea typeface="思源黑体-思源黑体-Medium" pitchFamily="34" charset="-122"/>
                  <a:cs typeface="思源黑体-思源黑体-Medium" pitchFamily="34" charset="-120"/>
                </a:rPr>
                <a:t>They cannot communicate with each other and rely only on observation.</a:t>
              </a:r>
              <a:endParaRPr lang="en-US" sz="1600" dirty="0">
                <a:latin typeface="Rockwell" panose="02060603020205020403" pitchFamily="18" charset="0"/>
              </a:endParaRPr>
            </a:p>
          </p:txBody>
        </p:sp>
      </p:grpSp>
      <p:sp>
        <p:nvSpPr>
          <p:cNvPr id="19" name="Text 5"/>
          <p:cNvSpPr/>
          <p:nvPr/>
        </p:nvSpPr>
        <p:spPr>
          <a:xfrm>
            <a:off x="3830059" y="2316383"/>
            <a:ext cx="154319" cy="291915"/>
          </a:xfrm>
          <a:prstGeom prst="rect">
            <a:avLst/>
          </a:prstGeom>
          <a:noFill/>
          <a:ln/>
        </p:spPr>
        <p:txBody>
          <a:bodyPr wrap="none" lIns="0" tIns="0" rIns="0" bIns="0" rtlCol="0" anchor="ctr"/>
          <a:lstStyle/>
          <a:p>
            <a:pPr marL="0" indent="0" algn="l">
              <a:lnSpc>
                <a:spcPts val="2450"/>
              </a:lnSpc>
              <a:buNone/>
            </a:pPr>
            <a:endParaRPr lang="en-US" sz="2040" dirty="0">
              <a:latin typeface="Sitka Small" pitchFamily="2" charset="0"/>
            </a:endParaRPr>
          </a:p>
        </p:txBody>
      </p:sp>
      <p:grpSp>
        <p:nvGrpSpPr>
          <p:cNvPr id="4" name="Group 3">
            <a:extLst>
              <a:ext uri="{FF2B5EF4-FFF2-40B4-BE49-F238E27FC236}">
                <a16:creationId xmlns:a16="http://schemas.microsoft.com/office/drawing/2014/main" id="{C5A2016C-63AF-71FF-F0FC-B219F78121B6}"/>
              </a:ext>
            </a:extLst>
          </p:cNvPr>
          <p:cNvGrpSpPr/>
          <p:nvPr/>
        </p:nvGrpSpPr>
        <p:grpSpPr>
          <a:xfrm>
            <a:off x="3169940" y="2060067"/>
            <a:ext cx="2160465" cy="1886768"/>
            <a:chOff x="3169940" y="2060067"/>
            <a:chExt cx="2160465" cy="1886768"/>
          </a:xfrm>
        </p:grpSpPr>
        <p:pic>
          <p:nvPicPr>
            <p:cNvPr id="17" name="Image 4" descr="preencoded.png"/>
            <p:cNvPicPr>
              <a:picLocks noChangeAspect="1"/>
            </p:cNvPicPr>
            <p:nvPr/>
          </p:nvPicPr>
          <p:blipFill>
            <a:blip r:embed="rId6">
              <a:extLst>
                <a:ext uri="{BEBA8EAE-BF5A-486C-A8C5-ECC9F3942E4B}">
                  <a14:imgProps xmlns:a14="http://schemas.microsoft.com/office/drawing/2010/main">
                    <a14:imgLayer r:embed="rId7">
                      <a14:imgEffect>
                        <a14:artisticGlowDiffused/>
                      </a14:imgEffect>
                    </a14:imgLayer>
                  </a14:imgProps>
                </a:ext>
              </a:extLst>
            </a:blip>
            <a:stretch>
              <a:fillRect/>
            </a:stretch>
          </p:blipFill>
          <p:spPr>
            <a:xfrm>
              <a:off x="3169940" y="2060067"/>
              <a:ext cx="2160465" cy="1886768"/>
            </a:xfrm>
            <a:prstGeom prst="rect">
              <a:avLst/>
            </a:prstGeom>
            <a:effectLst>
              <a:outerShdw blurRad="63500" sx="102000" sy="102000" algn="ctr" rotWithShape="0">
                <a:prstClr val="black">
                  <a:alpha val="40000"/>
                </a:prstClr>
              </a:outerShdw>
            </a:effectLst>
          </p:spPr>
        </p:pic>
        <p:sp>
          <p:nvSpPr>
            <p:cNvPr id="20" name="Text 6"/>
            <p:cNvSpPr/>
            <p:nvPr/>
          </p:nvSpPr>
          <p:spPr>
            <a:xfrm>
              <a:off x="3442374" y="2209801"/>
              <a:ext cx="1777326" cy="1619250"/>
            </a:xfrm>
            <a:prstGeom prst="rect">
              <a:avLst/>
            </a:prstGeom>
            <a:noFill/>
            <a:ln/>
          </p:spPr>
          <p:txBody>
            <a:bodyPr wrap="square" lIns="0" tIns="0" rIns="0" bIns="0" rtlCol="0" anchor="ctr"/>
            <a:lstStyle/>
            <a:p>
              <a:pPr algn="ctr">
                <a:lnSpc>
                  <a:spcPts val="1890"/>
                </a:lnSpc>
              </a:pPr>
              <a:r>
                <a:rPr lang="en-US" sz="1600" dirty="0">
                  <a:solidFill>
                    <a:srgbClr val="2B2B2B"/>
                  </a:solidFill>
                  <a:latin typeface="Rockwell" panose="02060603020205020403" pitchFamily="18" charset="0"/>
                  <a:ea typeface="思源黑体-思源黑体-Medium" pitchFamily="34" charset="-122"/>
                  <a:cs typeface="思源黑体-思源黑体-Medium" pitchFamily="34" charset="-120"/>
                </a:rPr>
                <a:t>There is no guarantee that the robots are evenly spaced or well organized.</a:t>
              </a:r>
              <a:endParaRPr lang="en-US" sz="1600" dirty="0">
                <a:latin typeface="Rockwell" panose="02060603020205020403" pitchFamily="18" charset="0"/>
              </a:endParaRPr>
            </a:p>
          </p:txBody>
        </p:sp>
      </p:grpSp>
      <p:grpSp>
        <p:nvGrpSpPr>
          <p:cNvPr id="9" name="Group 8">
            <a:extLst>
              <a:ext uri="{FF2B5EF4-FFF2-40B4-BE49-F238E27FC236}">
                <a16:creationId xmlns:a16="http://schemas.microsoft.com/office/drawing/2014/main" id="{3A30B69F-3EB9-CE12-C618-3CCED115CF42}"/>
              </a:ext>
            </a:extLst>
          </p:cNvPr>
          <p:cNvGrpSpPr/>
          <p:nvPr/>
        </p:nvGrpSpPr>
        <p:grpSpPr>
          <a:xfrm>
            <a:off x="3135435" y="4346724"/>
            <a:ext cx="2160465" cy="1701651"/>
            <a:chOff x="3135435" y="4346724"/>
            <a:chExt cx="2160465" cy="1701651"/>
          </a:xfrm>
        </p:grpSpPr>
        <p:pic>
          <p:nvPicPr>
            <p:cNvPr id="22" name="Image 5" descr="preencoded.png"/>
            <p:cNvPicPr>
              <a:picLocks noChangeAspect="1"/>
            </p:cNvPicPr>
            <p:nvPr/>
          </p:nvPicPr>
          <p:blipFill>
            <a:blip r:embed="rId8">
              <a:extLst>
                <a:ext uri="{BEBA8EAE-BF5A-486C-A8C5-ECC9F3942E4B}">
                  <a14:imgProps xmlns:a14="http://schemas.microsoft.com/office/drawing/2010/main">
                    <a14:imgLayer r:embed="rId9">
                      <a14:imgEffect>
                        <a14:artisticGlowDiffused/>
                      </a14:imgEffect>
                    </a14:imgLayer>
                  </a14:imgProps>
                </a:ext>
              </a:extLst>
            </a:blip>
            <a:stretch>
              <a:fillRect/>
            </a:stretch>
          </p:blipFill>
          <p:spPr>
            <a:xfrm>
              <a:off x="3135435" y="4346724"/>
              <a:ext cx="2160465" cy="1701651"/>
            </a:xfrm>
            <a:prstGeom prst="rect">
              <a:avLst/>
            </a:prstGeom>
            <a:effectLst>
              <a:outerShdw blurRad="63500" sx="102000" sy="102000" algn="ctr" rotWithShape="0">
                <a:prstClr val="black">
                  <a:alpha val="40000"/>
                </a:prstClr>
              </a:outerShdw>
            </a:effectLst>
          </p:spPr>
        </p:pic>
        <p:sp>
          <p:nvSpPr>
            <p:cNvPr id="25" name="Text 8"/>
            <p:cNvSpPr/>
            <p:nvPr/>
          </p:nvSpPr>
          <p:spPr>
            <a:xfrm>
              <a:off x="3312619" y="4533901"/>
              <a:ext cx="1740375" cy="1277364"/>
            </a:xfrm>
            <a:prstGeom prst="rect">
              <a:avLst/>
            </a:prstGeom>
            <a:noFill/>
            <a:ln/>
          </p:spPr>
          <p:txBody>
            <a:bodyPr wrap="square" lIns="0" tIns="0" rIns="0" bIns="0" rtlCol="0" anchor="ctr"/>
            <a:lstStyle/>
            <a:p>
              <a:pPr algn="ctr">
                <a:lnSpc>
                  <a:spcPts val="1890"/>
                </a:lnSpc>
              </a:pPr>
              <a:r>
                <a:rPr lang="en-US" sz="1600" dirty="0">
                  <a:solidFill>
                    <a:srgbClr val="2B2B2B"/>
                  </a:solidFill>
                  <a:latin typeface="Rockwell" panose="02060603020205020403" pitchFamily="18" charset="0"/>
                  <a:ea typeface="思源黑体-思源黑体-Medium" pitchFamily="34" charset="-122"/>
                  <a:cs typeface="思源黑体-思源黑体-Medium" pitchFamily="34" charset="-120"/>
                </a:rPr>
                <a:t>The objective is to uniformly scatter the robots on alternate nodes of the grid.</a:t>
              </a:r>
              <a:endParaRPr lang="en-US" sz="1600" dirty="0">
                <a:latin typeface="Rockwell" panose="02060603020205020403" pitchFamily="18" charset="0"/>
              </a:endParaRPr>
            </a:p>
          </p:txBody>
        </p:sp>
      </p:grpSp>
      <p:grpSp>
        <p:nvGrpSpPr>
          <p:cNvPr id="6" name="Group 5">
            <a:extLst>
              <a:ext uri="{FF2B5EF4-FFF2-40B4-BE49-F238E27FC236}">
                <a16:creationId xmlns:a16="http://schemas.microsoft.com/office/drawing/2014/main" id="{81E16223-1D3D-1E09-A7C6-9C365AB6AC13}"/>
              </a:ext>
            </a:extLst>
          </p:cNvPr>
          <p:cNvGrpSpPr/>
          <p:nvPr/>
        </p:nvGrpSpPr>
        <p:grpSpPr>
          <a:xfrm>
            <a:off x="5648726" y="2069592"/>
            <a:ext cx="2160465" cy="1886768"/>
            <a:chOff x="5648726" y="2069592"/>
            <a:chExt cx="2160465" cy="1886768"/>
          </a:xfrm>
        </p:grpSpPr>
        <p:pic>
          <p:nvPicPr>
            <p:cNvPr id="27" name="Image 6" descr="preencoded.png"/>
            <p:cNvPicPr>
              <a:picLocks noChangeAspect="1"/>
            </p:cNvPicPr>
            <p:nvPr/>
          </p:nvPicPr>
          <p:blipFill>
            <a:blip r:embed="rId2">
              <a:extLst>
                <a:ext uri="{BEBA8EAE-BF5A-486C-A8C5-ECC9F3942E4B}">
                  <a14:imgProps xmlns:a14="http://schemas.microsoft.com/office/drawing/2010/main">
                    <a14:imgLayer r:embed="rId3">
                      <a14:imgEffect>
                        <a14:artisticGlowDiffused/>
                      </a14:imgEffect>
                    </a14:imgLayer>
                  </a14:imgProps>
                </a:ext>
              </a:extLst>
            </a:blip>
            <a:stretch>
              <a:fillRect/>
            </a:stretch>
          </p:blipFill>
          <p:spPr>
            <a:xfrm>
              <a:off x="5648726" y="2069592"/>
              <a:ext cx="2160465" cy="1886768"/>
            </a:xfrm>
            <a:prstGeom prst="rect">
              <a:avLst/>
            </a:prstGeom>
            <a:effectLst>
              <a:outerShdw blurRad="63500" sx="102000" sy="102000" algn="ctr" rotWithShape="0">
                <a:prstClr val="black">
                  <a:alpha val="40000"/>
                </a:prstClr>
              </a:outerShdw>
            </a:effectLst>
          </p:spPr>
        </p:pic>
        <p:sp>
          <p:nvSpPr>
            <p:cNvPr id="30" name="Text 9"/>
            <p:cNvSpPr/>
            <p:nvPr/>
          </p:nvSpPr>
          <p:spPr>
            <a:xfrm>
              <a:off x="5905720" y="2286000"/>
              <a:ext cx="1774865" cy="1478625"/>
            </a:xfrm>
            <a:prstGeom prst="rect">
              <a:avLst/>
            </a:prstGeom>
            <a:noFill/>
            <a:ln/>
          </p:spPr>
          <p:txBody>
            <a:bodyPr wrap="square" lIns="0" tIns="0" rIns="0" bIns="0" rtlCol="0" anchor="ctr"/>
            <a:lstStyle/>
            <a:p>
              <a:pPr algn="ctr">
                <a:lnSpc>
                  <a:spcPts val="1890"/>
                </a:lnSpc>
              </a:pPr>
              <a:r>
                <a:rPr lang="en-US" sz="1600" dirty="0">
                  <a:solidFill>
                    <a:srgbClr val="2B2B2B"/>
                  </a:solidFill>
                  <a:latin typeface="Rockwell" panose="02060603020205020403" pitchFamily="18" charset="0"/>
                  <a:ea typeface="思源黑体-思源黑体-Medium" pitchFamily="34" charset="-122"/>
                  <a:cs typeface="思源黑体-思源黑体-Medium" pitchFamily="34" charset="-120"/>
                </a:rPr>
                <a:t>The robots are autonomous, anonymous, and have no memory of past actions.</a:t>
              </a:r>
              <a:endParaRPr lang="en-US" sz="1600" dirty="0">
                <a:latin typeface="Rockwell" panose="02060603020205020403" pitchFamily="18" charset="0"/>
              </a:endParaRPr>
            </a:p>
          </p:txBody>
        </p:sp>
      </p:grpSp>
      <p:grpSp>
        <p:nvGrpSpPr>
          <p:cNvPr id="11" name="Group 10">
            <a:extLst>
              <a:ext uri="{FF2B5EF4-FFF2-40B4-BE49-F238E27FC236}">
                <a16:creationId xmlns:a16="http://schemas.microsoft.com/office/drawing/2014/main" id="{30180228-397A-59AC-0BFB-F81065E3EE98}"/>
              </a:ext>
            </a:extLst>
          </p:cNvPr>
          <p:cNvGrpSpPr/>
          <p:nvPr/>
        </p:nvGrpSpPr>
        <p:grpSpPr>
          <a:xfrm>
            <a:off x="5611935" y="4337199"/>
            <a:ext cx="2160465" cy="1701651"/>
            <a:chOff x="5611935" y="4337199"/>
            <a:chExt cx="2160465" cy="1701651"/>
          </a:xfrm>
        </p:grpSpPr>
        <p:pic>
          <p:nvPicPr>
            <p:cNvPr id="32" name="Image 5" descr="preencoded.png"/>
            <p:cNvPicPr>
              <a:picLocks noChangeAspect="1"/>
            </p:cNvPicPr>
            <p:nvPr/>
          </p:nvPicPr>
          <p:blipFill>
            <a:blip r:embed="rId8">
              <a:extLst>
                <a:ext uri="{BEBA8EAE-BF5A-486C-A8C5-ECC9F3942E4B}">
                  <a14:imgProps xmlns:a14="http://schemas.microsoft.com/office/drawing/2010/main">
                    <a14:imgLayer r:embed="rId9">
                      <a14:imgEffect>
                        <a14:artisticGlowDiffused/>
                      </a14:imgEffect>
                    </a14:imgLayer>
                  </a14:imgProps>
                </a:ext>
              </a:extLst>
            </a:blip>
            <a:stretch>
              <a:fillRect/>
            </a:stretch>
          </p:blipFill>
          <p:spPr>
            <a:xfrm>
              <a:off x="5611935" y="4337199"/>
              <a:ext cx="2160465" cy="1701651"/>
            </a:xfrm>
            <a:prstGeom prst="rect">
              <a:avLst/>
            </a:prstGeom>
            <a:effectLst>
              <a:outerShdw blurRad="63500" sx="102000" sy="102000" algn="ctr" rotWithShape="0">
                <a:prstClr val="black">
                  <a:alpha val="40000"/>
                </a:prstClr>
              </a:outerShdw>
            </a:effectLst>
          </p:spPr>
        </p:pic>
        <p:sp>
          <p:nvSpPr>
            <p:cNvPr id="33" name="Text 8"/>
            <p:cNvSpPr/>
            <p:nvPr/>
          </p:nvSpPr>
          <p:spPr>
            <a:xfrm>
              <a:off x="5789119" y="4457700"/>
              <a:ext cx="1740375" cy="1476375"/>
            </a:xfrm>
            <a:prstGeom prst="rect">
              <a:avLst/>
            </a:prstGeom>
            <a:noFill/>
            <a:ln/>
          </p:spPr>
          <p:txBody>
            <a:bodyPr wrap="square" lIns="0" tIns="0" rIns="0" bIns="0" rtlCol="0" anchor="ctr"/>
            <a:lstStyle/>
            <a:p>
              <a:pPr algn="ctr">
                <a:lnSpc>
                  <a:spcPts val="1890"/>
                </a:lnSpc>
              </a:pPr>
              <a:r>
                <a:rPr lang="en-US" sz="1600" dirty="0">
                  <a:solidFill>
                    <a:srgbClr val="2B2B2B"/>
                  </a:solidFill>
                  <a:latin typeface="Rockwell" panose="02060603020205020403" pitchFamily="18" charset="0"/>
                  <a:ea typeface="思源黑体-思源黑体-Medium" pitchFamily="34" charset="-122"/>
                  <a:cs typeface="思源黑体-思源黑体-Medium" pitchFamily="34" charset="-120"/>
                </a:rPr>
                <a:t>The solution must avoid collisions and deadlock and converge in finite time.</a:t>
              </a:r>
              <a:endParaRPr lang="en-US" sz="1600" dirty="0">
                <a:latin typeface="Rockwell" panose="02060603020205020403" pitchFamily="18" charset="0"/>
              </a:endParaRPr>
            </a:p>
          </p:txBody>
        </p:sp>
      </p:grpSp>
      <p:pic>
        <p:nvPicPr>
          <p:cNvPr id="2" name="Picture 1">
            <a:extLst>
              <a:ext uri="{FF2B5EF4-FFF2-40B4-BE49-F238E27FC236}">
                <a16:creationId xmlns:a16="http://schemas.microsoft.com/office/drawing/2014/main" id="{536DB8E4-75B6-4461-0BC0-145238E799AB}"/>
              </a:ext>
            </a:extLst>
          </p:cNvPr>
          <p:cNvPicPr>
            <a:picLocks noChangeAspect="1"/>
          </p:cNvPicPr>
          <p:nvPr/>
        </p:nvPicPr>
        <p:blipFill>
          <a:blip r:embed="rId10"/>
          <a:stretch>
            <a:fillRect/>
          </a:stretch>
        </p:blipFill>
        <p:spPr>
          <a:xfrm>
            <a:off x="7596949" y="2489669"/>
            <a:ext cx="4261051" cy="2322493"/>
          </a:xfrm>
          <a:prstGeom prst="rect">
            <a:avLst/>
          </a:prstGeom>
        </p:spPr>
      </p:pic>
    </p:spTree>
    <p:extLst>
      <p:ext uri="{BB962C8B-B14F-4D97-AF65-F5344CB8AC3E}">
        <p14:creationId xmlns:p14="http://schemas.microsoft.com/office/powerpoint/2010/main" val="2538068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750"/>
                                        <p:tgtEl>
                                          <p:spTgt spid="31"/>
                                        </p:tgtEl>
                                      </p:cBhvr>
                                    </p:animEffect>
                                  </p:childTnLst>
                                </p:cTn>
                              </p:par>
                            </p:childTnLst>
                          </p:cTn>
                        </p:par>
                        <p:par>
                          <p:cTn id="8" fill="hold">
                            <p:stCondLst>
                              <p:cond delay="750"/>
                            </p:stCondLst>
                            <p:childTnLst>
                              <p:par>
                                <p:cTn id="9" presetID="42"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750"/>
                                        <p:tgtEl>
                                          <p:spTgt spid="3"/>
                                        </p:tgtEl>
                                      </p:cBhvr>
                                    </p:animEffect>
                                    <p:anim calcmode="lin" valueType="num">
                                      <p:cBhvr>
                                        <p:cTn id="12" dur="750" fill="hold"/>
                                        <p:tgtEl>
                                          <p:spTgt spid="3"/>
                                        </p:tgtEl>
                                        <p:attrNameLst>
                                          <p:attrName>ppt_x</p:attrName>
                                        </p:attrNameLst>
                                      </p:cBhvr>
                                      <p:tavLst>
                                        <p:tav tm="0">
                                          <p:val>
                                            <p:strVal val="#ppt_x"/>
                                          </p:val>
                                        </p:tav>
                                        <p:tav tm="100000">
                                          <p:val>
                                            <p:strVal val="#ppt_x"/>
                                          </p:val>
                                        </p:tav>
                                      </p:tavLst>
                                    </p:anim>
                                    <p:anim calcmode="lin" valueType="num">
                                      <p:cBhvr>
                                        <p:cTn id="13" dur="75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750"/>
                                        <p:tgtEl>
                                          <p:spTgt spid="4"/>
                                        </p:tgtEl>
                                      </p:cBhvr>
                                    </p:animEffect>
                                    <p:anim calcmode="lin" valueType="num">
                                      <p:cBhvr>
                                        <p:cTn id="18" dur="750" fill="hold"/>
                                        <p:tgtEl>
                                          <p:spTgt spid="4"/>
                                        </p:tgtEl>
                                        <p:attrNameLst>
                                          <p:attrName>ppt_x</p:attrName>
                                        </p:attrNameLst>
                                      </p:cBhvr>
                                      <p:tavLst>
                                        <p:tav tm="0">
                                          <p:val>
                                            <p:strVal val="#ppt_x"/>
                                          </p:val>
                                        </p:tav>
                                        <p:tav tm="100000">
                                          <p:val>
                                            <p:strVal val="#ppt_x"/>
                                          </p:val>
                                        </p:tav>
                                      </p:tavLst>
                                    </p:anim>
                                    <p:anim calcmode="lin" valueType="num">
                                      <p:cBhvr>
                                        <p:cTn id="19" dur="750" fill="hold"/>
                                        <p:tgtEl>
                                          <p:spTgt spid="4"/>
                                        </p:tgtEl>
                                        <p:attrNameLst>
                                          <p:attrName>ppt_y</p:attrName>
                                        </p:attrNameLst>
                                      </p:cBhvr>
                                      <p:tavLst>
                                        <p:tav tm="0">
                                          <p:val>
                                            <p:strVal val="#ppt_y+.1"/>
                                          </p:val>
                                        </p:tav>
                                        <p:tav tm="100000">
                                          <p:val>
                                            <p:strVal val="#ppt_y"/>
                                          </p:val>
                                        </p:tav>
                                      </p:tavLst>
                                    </p:anim>
                                  </p:childTnLst>
                                </p:cTn>
                              </p:par>
                            </p:childTnLst>
                          </p:cTn>
                        </p:par>
                        <p:par>
                          <p:cTn id="20" fill="hold">
                            <p:stCondLst>
                              <p:cond delay="2250"/>
                            </p:stCondLst>
                            <p:childTnLst>
                              <p:par>
                                <p:cTn id="21" presetID="42" presetClass="entr" presetSubtype="0"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750"/>
                                        <p:tgtEl>
                                          <p:spTgt spid="6"/>
                                        </p:tgtEl>
                                      </p:cBhvr>
                                    </p:animEffect>
                                    <p:anim calcmode="lin" valueType="num">
                                      <p:cBhvr>
                                        <p:cTn id="24" dur="750" fill="hold"/>
                                        <p:tgtEl>
                                          <p:spTgt spid="6"/>
                                        </p:tgtEl>
                                        <p:attrNameLst>
                                          <p:attrName>ppt_x</p:attrName>
                                        </p:attrNameLst>
                                      </p:cBhvr>
                                      <p:tavLst>
                                        <p:tav tm="0">
                                          <p:val>
                                            <p:strVal val="#ppt_x"/>
                                          </p:val>
                                        </p:tav>
                                        <p:tav tm="100000">
                                          <p:val>
                                            <p:strVal val="#ppt_x"/>
                                          </p:val>
                                        </p:tav>
                                      </p:tavLst>
                                    </p:anim>
                                    <p:anim calcmode="lin" valueType="num">
                                      <p:cBhvr>
                                        <p:cTn id="25" dur="750" fill="hold"/>
                                        <p:tgtEl>
                                          <p:spTgt spid="6"/>
                                        </p:tgtEl>
                                        <p:attrNameLst>
                                          <p:attrName>ppt_y</p:attrName>
                                        </p:attrNameLst>
                                      </p:cBhvr>
                                      <p:tavLst>
                                        <p:tav tm="0">
                                          <p:val>
                                            <p:strVal val="#ppt_y+.1"/>
                                          </p:val>
                                        </p:tav>
                                        <p:tav tm="100000">
                                          <p:val>
                                            <p:strVal val="#ppt_y"/>
                                          </p:val>
                                        </p:tav>
                                      </p:tavLst>
                                    </p:anim>
                                  </p:childTnLst>
                                </p:cTn>
                              </p:par>
                            </p:childTnLst>
                          </p:cTn>
                        </p:par>
                        <p:par>
                          <p:cTn id="26" fill="hold">
                            <p:stCondLst>
                              <p:cond delay="3000"/>
                            </p:stCondLst>
                            <p:childTnLst>
                              <p:par>
                                <p:cTn id="27" presetID="47" presetClass="entr" presetSubtype="0" fill="hold"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750"/>
                                        <p:tgtEl>
                                          <p:spTgt spid="8"/>
                                        </p:tgtEl>
                                      </p:cBhvr>
                                    </p:animEffect>
                                    <p:anim calcmode="lin" valueType="num">
                                      <p:cBhvr>
                                        <p:cTn id="30" dur="750" fill="hold"/>
                                        <p:tgtEl>
                                          <p:spTgt spid="8"/>
                                        </p:tgtEl>
                                        <p:attrNameLst>
                                          <p:attrName>ppt_x</p:attrName>
                                        </p:attrNameLst>
                                      </p:cBhvr>
                                      <p:tavLst>
                                        <p:tav tm="0">
                                          <p:val>
                                            <p:strVal val="#ppt_x"/>
                                          </p:val>
                                        </p:tav>
                                        <p:tav tm="100000">
                                          <p:val>
                                            <p:strVal val="#ppt_x"/>
                                          </p:val>
                                        </p:tav>
                                      </p:tavLst>
                                    </p:anim>
                                    <p:anim calcmode="lin" valueType="num">
                                      <p:cBhvr>
                                        <p:cTn id="31" dur="750" fill="hold"/>
                                        <p:tgtEl>
                                          <p:spTgt spid="8"/>
                                        </p:tgtEl>
                                        <p:attrNameLst>
                                          <p:attrName>ppt_y</p:attrName>
                                        </p:attrNameLst>
                                      </p:cBhvr>
                                      <p:tavLst>
                                        <p:tav tm="0">
                                          <p:val>
                                            <p:strVal val="#ppt_y-.1"/>
                                          </p:val>
                                        </p:tav>
                                        <p:tav tm="100000">
                                          <p:val>
                                            <p:strVal val="#ppt_y"/>
                                          </p:val>
                                        </p:tav>
                                      </p:tavLst>
                                    </p:anim>
                                  </p:childTnLst>
                                </p:cTn>
                              </p:par>
                            </p:childTnLst>
                          </p:cTn>
                        </p:par>
                        <p:par>
                          <p:cTn id="32" fill="hold">
                            <p:stCondLst>
                              <p:cond delay="3750"/>
                            </p:stCondLst>
                            <p:childTnLst>
                              <p:par>
                                <p:cTn id="33" presetID="47" presetClass="entr" presetSubtype="0" fill="hold"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750"/>
                                        <p:tgtEl>
                                          <p:spTgt spid="9"/>
                                        </p:tgtEl>
                                      </p:cBhvr>
                                    </p:animEffect>
                                    <p:anim calcmode="lin" valueType="num">
                                      <p:cBhvr>
                                        <p:cTn id="36" dur="750" fill="hold"/>
                                        <p:tgtEl>
                                          <p:spTgt spid="9"/>
                                        </p:tgtEl>
                                        <p:attrNameLst>
                                          <p:attrName>ppt_x</p:attrName>
                                        </p:attrNameLst>
                                      </p:cBhvr>
                                      <p:tavLst>
                                        <p:tav tm="0">
                                          <p:val>
                                            <p:strVal val="#ppt_x"/>
                                          </p:val>
                                        </p:tav>
                                        <p:tav tm="100000">
                                          <p:val>
                                            <p:strVal val="#ppt_x"/>
                                          </p:val>
                                        </p:tav>
                                      </p:tavLst>
                                    </p:anim>
                                    <p:anim calcmode="lin" valueType="num">
                                      <p:cBhvr>
                                        <p:cTn id="37" dur="750" fill="hold"/>
                                        <p:tgtEl>
                                          <p:spTgt spid="9"/>
                                        </p:tgtEl>
                                        <p:attrNameLst>
                                          <p:attrName>ppt_y</p:attrName>
                                        </p:attrNameLst>
                                      </p:cBhvr>
                                      <p:tavLst>
                                        <p:tav tm="0">
                                          <p:val>
                                            <p:strVal val="#ppt_y-.1"/>
                                          </p:val>
                                        </p:tav>
                                        <p:tav tm="100000">
                                          <p:val>
                                            <p:strVal val="#ppt_y"/>
                                          </p:val>
                                        </p:tav>
                                      </p:tavLst>
                                    </p:anim>
                                  </p:childTnLst>
                                </p:cTn>
                              </p:par>
                            </p:childTnLst>
                          </p:cTn>
                        </p:par>
                        <p:par>
                          <p:cTn id="38" fill="hold">
                            <p:stCondLst>
                              <p:cond delay="4500"/>
                            </p:stCondLst>
                            <p:childTnLst>
                              <p:par>
                                <p:cTn id="39" presetID="47" presetClass="entr" presetSubtype="0" fill="hold" nodeType="after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750"/>
                                        <p:tgtEl>
                                          <p:spTgt spid="11"/>
                                        </p:tgtEl>
                                      </p:cBhvr>
                                    </p:animEffect>
                                    <p:anim calcmode="lin" valueType="num">
                                      <p:cBhvr>
                                        <p:cTn id="42" dur="750" fill="hold"/>
                                        <p:tgtEl>
                                          <p:spTgt spid="11"/>
                                        </p:tgtEl>
                                        <p:attrNameLst>
                                          <p:attrName>ppt_x</p:attrName>
                                        </p:attrNameLst>
                                      </p:cBhvr>
                                      <p:tavLst>
                                        <p:tav tm="0">
                                          <p:val>
                                            <p:strVal val="#ppt_x"/>
                                          </p:val>
                                        </p:tav>
                                        <p:tav tm="100000">
                                          <p:val>
                                            <p:strVal val="#ppt_x"/>
                                          </p:val>
                                        </p:tav>
                                      </p:tavLst>
                                    </p:anim>
                                    <p:anim calcmode="lin" valueType="num">
                                      <p:cBhvr>
                                        <p:cTn id="43" dur="75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18B9A2D5-3CDD-1786-3A23-7BB099C22363}"/>
              </a:ext>
            </a:extLst>
          </p:cNvPr>
          <p:cNvSpPr txBox="1"/>
          <p:nvPr/>
        </p:nvSpPr>
        <p:spPr>
          <a:xfrm>
            <a:off x="2423160" y="2927313"/>
            <a:ext cx="8476488" cy="830997"/>
          </a:xfrm>
          <a:prstGeom prst="rect">
            <a:avLst/>
          </a:prstGeom>
          <a:noFill/>
        </p:spPr>
        <p:txBody>
          <a:bodyPr wrap="square" rtlCol="0">
            <a:spAutoFit/>
          </a:bodyPr>
          <a:lstStyle/>
          <a:p>
            <a:r>
              <a:rPr lang="en-IN" sz="4800" b="1" dirty="0">
                <a:effectLst>
                  <a:outerShdw blurRad="50800" dist="38100" dir="18900000" algn="bl" rotWithShape="0">
                    <a:prstClr val="black">
                      <a:alpha val="40000"/>
                    </a:prstClr>
                  </a:outerShdw>
                </a:effectLst>
                <a:latin typeface="Cambria" panose="02040503050406030204" pitchFamily="18" charset="0"/>
                <a:ea typeface="Cambria" panose="02040503050406030204" pitchFamily="18" charset="0"/>
                <a:cs typeface="Arial" panose="020B0604020202020204" pitchFamily="34" charset="0"/>
              </a:rPr>
              <a:t>Previous Semester Work</a:t>
            </a:r>
          </a:p>
        </p:txBody>
      </p:sp>
    </p:spTree>
    <p:extLst>
      <p:ext uri="{BB962C8B-B14F-4D97-AF65-F5344CB8AC3E}">
        <p14:creationId xmlns:p14="http://schemas.microsoft.com/office/powerpoint/2010/main" val="1541646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20E77-B703-6F88-10F1-3B3ACF460737}"/>
              </a:ext>
            </a:extLst>
          </p:cNvPr>
          <p:cNvSpPr>
            <a:spLocks noGrp="1"/>
          </p:cNvSpPr>
          <p:nvPr>
            <p:ph type="title"/>
          </p:nvPr>
        </p:nvSpPr>
        <p:spPr>
          <a:xfrm>
            <a:off x="782319" y="1006266"/>
            <a:ext cx="8473975" cy="558799"/>
          </a:xfrm>
        </p:spPr>
        <p:txBody>
          <a:bodyPr>
            <a:noAutofit/>
          </a:bodyPr>
          <a:lstStyle/>
          <a:p>
            <a:r>
              <a:rPr lang="en-IN" b="1" dirty="0">
                <a:solidFill>
                  <a:schemeClr val="tx1"/>
                </a:solidFill>
                <a:latin typeface="Cambria" panose="02040503050406030204" pitchFamily="18" charset="0"/>
                <a:ea typeface="Cambria" panose="02040503050406030204" pitchFamily="18" charset="0"/>
                <a:cs typeface="Arial" panose="020B0604020202020204" pitchFamily="34" charset="0"/>
              </a:rPr>
              <a:t>Previous Work Overview</a:t>
            </a:r>
            <a:endParaRPr lang="en-US" b="1" dirty="0">
              <a:solidFill>
                <a:schemeClr val="tx1"/>
              </a:solidFill>
              <a:latin typeface="Cambria" panose="02040503050406030204" pitchFamily="18" charset="0"/>
              <a:ea typeface="Cambria" panose="02040503050406030204" pitchFamily="18" charset="0"/>
              <a:cs typeface="Arial" panose="020B0604020202020204" pitchFamily="34" charset="0"/>
            </a:endParaRPr>
          </a:p>
        </p:txBody>
      </p:sp>
      <p:sp>
        <p:nvSpPr>
          <p:cNvPr id="6" name="Slide Number Placeholder 5">
            <a:extLst>
              <a:ext uri="{FF2B5EF4-FFF2-40B4-BE49-F238E27FC236}">
                <a16:creationId xmlns:a16="http://schemas.microsoft.com/office/drawing/2014/main" id="{53697A52-4DAC-C462-BEBA-D1DA8E908D62}"/>
              </a:ext>
            </a:extLst>
          </p:cNvPr>
          <p:cNvSpPr>
            <a:spLocks noGrp="1"/>
          </p:cNvSpPr>
          <p:nvPr>
            <p:ph type="sldNum" sz="quarter" idx="4"/>
          </p:nvPr>
        </p:nvSpPr>
        <p:spPr/>
        <p:txBody>
          <a:bodyPr/>
          <a:lstStyle/>
          <a:p>
            <a:fld id="{D57F1E4F-1CFF-5643-939E-02111984F565}" type="slidenum">
              <a:rPr lang="en-US" smtClean="0"/>
              <a:pPr/>
              <a:t>6</a:t>
            </a:fld>
            <a:endParaRPr lang="en-US" dirty="0"/>
          </a:p>
        </p:txBody>
      </p:sp>
      <p:sp>
        <p:nvSpPr>
          <p:cNvPr id="4" name="TextBox 3">
            <a:extLst>
              <a:ext uri="{FF2B5EF4-FFF2-40B4-BE49-F238E27FC236}">
                <a16:creationId xmlns:a16="http://schemas.microsoft.com/office/drawing/2014/main" id="{48952E1D-2982-17CF-40F2-66F4DFD6022F}"/>
              </a:ext>
            </a:extLst>
          </p:cNvPr>
          <p:cNvSpPr txBox="1"/>
          <p:nvPr/>
        </p:nvSpPr>
        <p:spPr>
          <a:xfrm>
            <a:off x="914400" y="1925053"/>
            <a:ext cx="7090611" cy="3139321"/>
          </a:xfrm>
          <a:prstGeom prst="rect">
            <a:avLst/>
          </a:prstGeom>
          <a:noFill/>
        </p:spPr>
        <p:txBody>
          <a:bodyPr wrap="square" rtlCol="0">
            <a:spAutoFit/>
          </a:bodyPr>
          <a:lstStyle/>
          <a:p>
            <a:r>
              <a:rPr lang="en-US" dirty="0">
                <a:latin typeface="Rockwell" panose="02060603020205020403" pitchFamily="18" charset="0"/>
              </a:rPr>
              <a:t>Previous Research: </a:t>
            </a:r>
          </a:p>
          <a:p>
            <a:pPr marL="285750" indent="-285750">
              <a:buFont typeface="Arial" panose="020B0604020202020204" pitchFamily="34" charset="0"/>
              <a:buChar char="•"/>
            </a:pPr>
            <a:r>
              <a:rPr lang="en-US" dirty="0">
                <a:latin typeface="Rockwell" panose="02060603020205020403" pitchFamily="18" charset="0"/>
              </a:rPr>
              <a:t>The work focuses on organizing multiple autonomous robots on a two-dimensional grid.</a:t>
            </a:r>
          </a:p>
          <a:p>
            <a:pPr marL="285750" indent="-285750">
              <a:buFont typeface="Arial" panose="020B0604020202020204" pitchFamily="34" charset="0"/>
              <a:buChar char="•"/>
            </a:pPr>
            <a:r>
              <a:rPr lang="en-US" dirty="0">
                <a:latin typeface="Rockwell" panose="02060603020205020403" pitchFamily="18" charset="0"/>
              </a:rPr>
              <a:t>Robots are initially placed at arbitrary positions.</a:t>
            </a:r>
          </a:p>
          <a:p>
            <a:pPr marL="285750" indent="-285750">
              <a:buFont typeface="Arial" panose="020B0604020202020204" pitchFamily="34" charset="0"/>
              <a:buChar char="•"/>
            </a:pPr>
            <a:r>
              <a:rPr lang="en-US" dirty="0">
                <a:latin typeface="Rockwell" panose="02060603020205020403" pitchFamily="18" charset="0"/>
              </a:rPr>
              <a:t>The objective is to distribute robots uniformly on alternate grid nodes.</a:t>
            </a:r>
          </a:p>
          <a:p>
            <a:pPr marL="285750" indent="-285750">
              <a:buFont typeface="Arial" panose="020B0604020202020204" pitchFamily="34" charset="0"/>
              <a:buChar char="•"/>
            </a:pPr>
            <a:r>
              <a:rPr lang="en-US" dirty="0">
                <a:latin typeface="Rockwell" panose="02060603020205020403" pitchFamily="18" charset="0"/>
              </a:rPr>
              <a:t>Robots operate without direct communication or centralized control.</a:t>
            </a:r>
          </a:p>
          <a:p>
            <a:pPr marL="285750" indent="-285750">
              <a:buFont typeface="Arial" panose="020B0604020202020204" pitchFamily="34" charset="0"/>
              <a:buChar char="•"/>
            </a:pPr>
            <a:r>
              <a:rPr lang="en-US" dirty="0">
                <a:latin typeface="Rockwell" panose="02060603020205020403" pitchFamily="18" charset="0"/>
              </a:rPr>
              <a:t>The algorithm ensures collision-free and deadlock-free movement.</a:t>
            </a:r>
          </a:p>
          <a:p>
            <a:pPr marL="285750" indent="-285750">
              <a:buFont typeface="Arial" panose="020B0604020202020204" pitchFamily="34" charset="0"/>
              <a:buChar char="•"/>
            </a:pPr>
            <a:r>
              <a:rPr lang="en-US" dirty="0">
                <a:latin typeface="Rockwell" panose="02060603020205020403" pitchFamily="18" charset="0"/>
              </a:rPr>
              <a:t>Convergence to the final formation is achieved in finite time.</a:t>
            </a:r>
            <a:endParaRPr lang="en-IN" dirty="0">
              <a:latin typeface="Rockwell" panose="02060603020205020403" pitchFamily="18" charset="0"/>
            </a:endParaRPr>
          </a:p>
        </p:txBody>
      </p:sp>
      <p:pic>
        <p:nvPicPr>
          <p:cNvPr id="5" name="Picture 4">
            <a:extLst>
              <a:ext uri="{FF2B5EF4-FFF2-40B4-BE49-F238E27FC236}">
                <a16:creationId xmlns:a16="http://schemas.microsoft.com/office/drawing/2014/main" id="{C4318A83-DBCB-4693-8362-9EDC1BA5F57B}"/>
              </a:ext>
            </a:extLst>
          </p:cNvPr>
          <p:cNvPicPr>
            <a:picLocks noChangeAspect="1"/>
          </p:cNvPicPr>
          <p:nvPr/>
        </p:nvPicPr>
        <p:blipFill>
          <a:blip r:embed="rId3"/>
          <a:stretch>
            <a:fillRect/>
          </a:stretch>
        </p:blipFill>
        <p:spPr>
          <a:xfrm>
            <a:off x="7868535" y="1357764"/>
            <a:ext cx="3706610" cy="3706610"/>
          </a:xfrm>
          <a:prstGeom prst="rect">
            <a:avLst/>
          </a:prstGeom>
        </p:spPr>
      </p:pic>
    </p:spTree>
    <p:extLst>
      <p:ext uri="{BB962C8B-B14F-4D97-AF65-F5344CB8AC3E}">
        <p14:creationId xmlns:p14="http://schemas.microsoft.com/office/powerpoint/2010/main" val="2591405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Freeform 186"/>
          <p:cNvSpPr/>
          <p:nvPr/>
        </p:nvSpPr>
        <p:spPr>
          <a:xfrm>
            <a:off x="744453" y="1895475"/>
            <a:ext cx="4200526" cy="4105275"/>
          </a:xfrm>
          <a:custGeom>
            <a:avLst/>
            <a:gdLst/>
            <a:ahLst/>
            <a:cxnLst/>
            <a:rect l="l" t="t" r="r" b="b"/>
            <a:pathLst>
              <a:path w="3090098" h="2061095">
                <a:moveTo>
                  <a:pt x="0" y="0"/>
                </a:moveTo>
                <a:lnTo>
                  <a:pt x="3090098" y="0"/>
                </a:lnTo>
                <a:lnTo>
                  <a:pt x="3090098" y="2061095"/>
                </a:lnTo>
                <a:lnTo>
                  <a:pt x="0" y="2061095"/>
                </a:lnTo>
                <a:lnTo>
                  <a:pt x="0" y="0"/>
                </a:lnTo>
                <a:close/>
              </a:path>
            </a:pathLst>
          </a:custGeom>
          <a:ln/>
        </p:spPr>
        <p:style>
          <a:lnRef idx="1">
            <a:schemeClr val="accent1"/>
          </a:lnRef>
          <a:fillRef idx="2">
            <a:schemeClr val="accent1"/>
          </a:fillRef>
          <a:effectRef idx="1">
            <a:schemeClr val="accent1"/>
          </a:effectRef>
          <a:fontRef idx="minor">
            <a:schemeClr val="dk1"/>
          </a:fontRef>
        </p:style>
        <p:txBody>
          <a:bodyPr vert="horz" wrap="square" lIns="494416" tIns="433832" rIns="433832" bIns="433832"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just">
              <a:lnSpc>
                <a:spcPct val="90000"/>
              </a:lnSpc>
              <a:spcBef>
                <a:spcPct val="0"/>
              </a:spcBef>
              <a:spcAft>
                <a:spcPct val="35000"/>
              </a:spcAft>
            </a:pPr>
            <a:endParaRPr/>
          </a:p>
        </p:txBody>
      </p:sp>
      <p:sp>
        <p:nvSpPr>
          <p:cNvPr id="185" name="Freeform 184"/>
          <p:cNvSpPr/>
          <p:nvPr/>
        </p:nvSpPr>
        <p:spPr>
          <a:xfrm>
            <a:off x="6348658" y="1885950"/>
            <a:ext cx="4524374" cy="4105275"/>
          </a:xfrm>
          <a:custGeom>
            <a:avLst/>
            <a:gdLst/>
            <a:ahLst/>
            <a:cxnLst/>
            <a:rect l="l" t="t" r="r" b="b"/>
            <a:pathLst>
              <a:path w="3090098" h="2061095">
                <a:moveTo>
                  <a:pt x="0" y="0"/>
                </a:moveTo>
                <a:lnTo>
                  <a:pt x="3090098" y="0"/>
                </a:lnTo>
                <a:lnTo>
                  <a:pt x="3090098" y="2061095"/>
                </a:lnTo>
                <a:lnTo>
                  <a:pt x="0" y="2061095"/>
                </a:lnTo>
                <a:lnTo>
                  <a:pt x="0" y="0"/>
                </a:lnTo>
                <a:close/>
              </a:path>
            </a:pathLst>
          </a:custGeom>
          <a:ln/>
        </p:spPr>
        <p:style>
          <a:lnRef idx="1">
            <a:schemeClr val="accent5"/>
          </a:lnRef>
          <a:fillRef idx="2">
            <a:schemeClr val="accent5"/>
          </a:fillRef>
          <a:effectRef idx="1">
            <a:schemeClr val="accent5"/>
          </a:effectRef>
          <a:fontRef idx="minor">
            <a:schemeClr val="dk1"/>
          </a:fontRef>
        </p:style>
        <p:txBody>
          <a:bodyPr vert="horz" wrap="square" lIns="494416" tIns="433832" rIns="433832" bIns="433832"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just">
              <a:lnSpc>
                <a:spcPct val="90000"/>
              </a:lnSpc>
              <a:spcBef>
                <a:spcPct val="0"/>
              </a:spcBef>
              <a:spcAft>
                <a:spcPct val="35000"/>
              </a:spcAft>
            </a:pPr>
            <a:endParaRPr/>
          </a:p>
        </p:txBody>
      </p:sp>
      <p:sp>
        <p:nvSpPr>
          <p:cNvPr id="2" name="Title 1">
            <a:extLst>
              <a:ext uri="{FF2B5EF4-FFF2-40B4-BE49-F238E27FC236}">
                <a16:creationId xmlns:a16="http://schemas.microsoft.com/office/drawing/2014/main" id="{D1320E77-B703-6F88-10F1-3B3ACF460737}"/>
              </a:ext>
            </a:extLst>
          </p:cNvPr>
          <p:cNvSpPr>
            <a:spLocks noGrp="1"/>
          </p:cNvSpPr>
          <p:nvPr>
            <p:ph type="title"/>
          </p:nvPr>
        </p:nvSpPr>
        <p:spPr>
          <a:xfrm>
            <a:off x="782319" y="1006266"/>
            <a:ext cx="9147744" cy="558799"/>
          </a:xfrm>
        </p:spPr>
        <p:txBody>
          <a:bodyPr>
            <a:noAutofit/>
          </a:bodyPr>
          <a:lstStyle/>
          <a:p>
            <a:r>
              <a:rPr lang="en-US" b="1" dirty="0">
                <a:solidFill>
                  <a:schemeClr val="tx1"/>
                </a:solidFill>
                <a:latin typeface="Cambria" panose="02040503050406030204" pitchFamily="18" charset="0"/>
                <a:ea typeface="Cambria" panose="02040503050406030204" pitchFamily="18" charset="0"/>
                <a:cs typeface="Arial" panose="020B0604020202020204" pitchFamily="34" charset="0"/>
              </a:rPr>
              <a:t>Robot Model &amp; Assumptions</a:t>
            </a:r>
          </a:p>
        </p:txBody>
      </p:sp>
      <p:sp>
        <p:nvSpPr>
          <p:cNvPr id="6" name="Slide Number Placeholder 5">
            <a:extLst>
              <a:ext uri="{FF2B5EF4-FFF2-40B4-BE49-F238E27FC236}">
                <a16:creationId xmlns:a16="http://schemas.microsoft.com/office/drawing/2014/main" id="{53697A52-4DAC-C462-BEBA-D1DA8E908D62}"/>
              </a:ext>
            </a:extLst>
          </p:cNvPr>
          <p:cNvSpPr>
            <a:spLocks noGrp="1"/>
          </p:cNvSpPr>
          <p:nvPr>
            <p:ph type="sldNum" sz="quarter" idx="4"/>
          </p:nvPr>
        </p:nvSpPr>
        <p:spPr/>
        <p:txBody>
          <a:bodyPr/>
          <a:lstStyle/>
          <a:p>
            <a:fld id="{D57F1E4F-1CFF-5643-939E-02111984F565}" type="slidenum">
              <a:rPr lang="en-US" smtClean="0"/>
              <a:pPr/>
              <a:t>7</a:t>
            </a:fld>
            <a:endParaRPr lang="en-US" dirty="0"/>
          </a:p>
        </p:txBody>
      </p:sp>
      <p:sp>
        <p:nvSpPr>
          <p:cNvPr id="105" name="AutoShape 3"/>
          <p:cNvSpPr/>
          <p:nvPr/>
        </p:nvSpPr>
        <p:spPr>
          <a:xfrm>
            <a:off x="1353125" y="2014717"/>
            <a:ext cx="3098114" cy="416268"/>
          </a:xfrm>
          <a:prstGeom prst="rect">
            <a:avLst/>
          </a:prstGeom>
          <a:noFill/>
          <a:ln cap="flat" cmpd="sng">
            <a:prstDash val="solid"/>
          </a:ln>
        </p:spPr>
        <p:txBody>
          <a:bodyPr vert="horz"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30000"/>
              </a:lnSpc>
            </a:pPr>
            <a:r>
              <a:rPr lang="en-IN" altLang="zh-CN" b="1" dirty="0">
                <a:solidFill>
                  <a:srgbClr val="000000"/>
                </a:solidFill>
                <a:latin typeface="Rockwell" panose="02060603020205020403" pitchFamily="18" charset="0"/>
                <a:ea typeface="微软雅黑"/>
              </a:rPr>
              <a:t>Robot Characteristics</a:t>
            </a:r>
            <a:endParaRPr lang="zh-CN" altLang="en-US" b="1" i="0" u="none" baseline="0" dirty="0">
              <a:solidFill>
                <a:srgbClr val="000000"/>
              </a:solidFill>
              <a:latin typeface="Rockwell" panose="02060603020205020403" pitchFamily="18" charset="0"/>
              <a:ea typeface="微软雅黑"/>
            </a:endParaRPr>
          </a:p>
        </p:txBody>
      </p:sp>
      <p:sp>
        <p:nvSpPr>
          <p:cNvPr id="106" name="AutoShape 4"/>
          <p:cNvSpPr/>
          <p:nvPr/>
        </p:nvSpPr>
        <p:spPr>
          <a:xfrm>
            <a:off x="868278" y="2596622"/>
            <a:ext cx="4097309" cy="2031325"/>
          </a:xfrm>
          <a:prstGeom prst="rect">
            <a:avLst/>
          </a:prstGeom>
          <a:noFill/>
          <a:ln cap="flat" cmpd="sng">
            <a:prstDash val="solid"/>
          </a:ln>
        </p:spPr>
        <p:txBody>
          <a:bodyPr vert="horz"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itchFamily="2" charset="2"/>
              <a:buChar char="ü"/>
            </a:pPr>
            <a:r>
              <a:rPr lang="en-US" dirty="0">
                <a:latin typeface="Rockwell" panose="02060603020205020403" pitchFamily="18" charset="0"/>
              </a:rPr>
              <a:t>Autonomous and identical robots.</a:t>
            </a:r>
          </a:p>
          <a:p>
            <a:pPr marL="285750" indent="-285750">
              <a:buFont typeface="Wingdings" pitchFamily="2" charset="2"/>
              <a:buChar char="ü"/>
            </a:pPr>
            <a:r>
              <a:rPr lang="en-US" dirty="0">
                <a:latin typeface="Rockwell" panose="02060603020205020403" pitchFamily="18" charset="0"/>
              </a:rPr>
              <a:t>Anonymous (no unique IDs).</a:t>
            </a:r>
          </a:p>
          <a:p>
            <a:pPr marL="285750" indent="-285750">
              <a:buFont typeface="Wingdings" pitchFamily="2" charset="2"/>
              <a:buChar char="ü"/>
            </a:pPr>
            <a:r>
              <a:rPr lang="en-US" dirty="0">
                <a:latin typeface="Rockwell" panose="02060603020205020403" pitchFamily="18" charset="0"/>
              </a:rPr>
              <a:t>Oblivious (no memory of previous actions).</a:t>
            </a:r>
          </a:p>
          <a:p>
            <a:pPr marL="285750" indent="-285750">
              <a:buFont typeface="Wingdings" pitchFamily="2" charset="2"/>
              <a:buChar char="ü"/>
            </a:pPr>
            <a:r>
              <a:rPr lang="en-US" dirty="0">
                <a:latin typeface="Rockwell" panose="02060603020205020403" pitchFamily="18" charset="0"/>
              </a:rPr>
              <a:t>Unlimited visibility of the grid.</a:t>
            </a:r>
          </a:p>
          <a:p>
            <a:pPr marL="285750" indent="-285750">
              <a:buFont typeface="Wingdings" pitchFamily="2" charset="2"/>
              <a:buChar char="ü"/>
            </a:pPr>
            <a:r>
              <a:rPr lang="en-US" dirty="0">
                <a:latin typeface="Rockwell" panose="02060603020205020403" pitchFamily="18" charset="0"/>
              </a:rPr>
              <a:t>Movement restricted to grid edges only.</a:t>
            </a:r>
          </a:p>
        </p:txBody>
      </p:sp>
      <p:sp>
        <p:nvSpPr>
          <p:cNvPr id="109" name="AutoShape 7"/>
          <p:cNvSpPr/>
          <p:nvPr/>
        </p:nvSpPr>
        <p:spPr>
          <a:xfrm>
            <a:off x="6804296" y="2024242"/>
            <a:ext cx="3121058" cy="416268"/>
          </a:xfrm>
          <a:prstGeom prst="rect">
            <a:avLst/>
          </a:prstGeom>
          <a:noFill/>
          <a:ln cap="flat" cmpd="sng">
            <a:prstDash val="solid"/>
          </a:ln>
        </p:spPr>
        <p:txBody>
          <a:bodyPr vert="horz"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30000"/>
              </a:lnSpc>
            </a:pPr>
            <a:r>
              <a:rPr lang="en-IN" altLang="zh-CN" b="1" dirty="0">
                <a:solidFill>
                  <a:srgbClr val="000000"/>
                </a:solidFill>
                <a:latin typeface="Rockwell" panose="02060603020205020403" pitchFamily="18" charset="0"/>
                <a:ea typeface="微软雅黑"/>
              </a:rPr>
              <a:t>Execution Cycle</a:t>
            </a:r>
            <a:endParaRPr lang="zh-CN" altLang="en-US" b="1" dirty="0">
              <a:solidFill>
                <a:srgbClr val="000000"/>
              </a:solidFill>
              <a:latin typeface="Rockwell" panose="02060603020205020403" pitchFamily="18" charset="0"/>
              <a:ea typeface="微软雅黑"/>
            </a:endParaRPr>
          </a:p>
        </p:txBody>
      </p:sp>
      <p:sp>
        <p:nvSpPr>
          <p:cNvPr id="110" name="AutoShape 8"/>
          <p:cNvSpPr/>
          <p:nvPr/>
        </p:nvSpPr>
        <p:spPr>
          <a:xfrm>
            <a:off x="6308995" y="2596622"/>
            <a:ext cx="4564037" cy="3416320"/>
          </a:xfrm>
          <a:prstGeom prst="rect">
            <a:avLst/>
          </a:prstGeom>
          <a:noFill/>
          <a:ln cap="flat" cmpd="sng">
            <a:prstDash val="solid"/>
          </a:ln>
        </p:spPr>
        <p:txBody>
          <a:bodyPr vert="horz"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itchFamily="2" charset="2"/>
              <a:buChar char="ü"/>
            </a:pPr>
            <a:r>
              <a:rPr lang="en-US" dirty="0">
                <a:latin typeface="Rockwell" panose="02060603020205020403" pitchFamily="18" charset="0"/>
              </a:rPr>
              <a:t>Robots follow the Look–Compute–Move cycle</a:t>
            </a:r>
          </a:p>
          <a:p>
            <a:pPr marL="742950" lvl="1" indent="-285750">
              <a:buFont typeface="Arial" pitchFamily="34" charset="0"/>
              <a:buChar char="•"/>
            </a:pPr>
            <a:r>
              <a:rPr lang="en-US" b="1" dirty="0">
                <a:latin typeface="Rockwell" panose="02060603020205020403" pitchFamily="18" charset="0"/>
              </a:rPr>
              <a:t>Look</a:t>
            </a:r>
            <a:r>
              <a:rPr lang="en-US" dirty="0">
                <a:latin typeface="Rockwell" panose="02060603020205020403" pitchFamily="18" charset="0"/>
              </a:rPr>
              <a:t>: observe positions of all robots on the grid</a:t>
            </a:r>
          </a:p>
          <a:p>
            <a:pPr marL="742950" lvl="1" indent="-285750">
              <a:buFont typeface="Arial" pitchFamily="34" charset="0"/>
              <a:buChar char="•"/>
            </a:pPr>
            <a:r>
              <a:rPr lang="en-US" b="1" dirty="0">
                <a:latin typeface="Rockwell" panose="02060603020205020403" pitchFamily="18" charset="0"/>
              </a:rPr>
              <a:t>Compute</a:t>
            </a:r>
            <a:r>
              <a:rPr lang="en-US" dirty="0">
                <a:latin typeface="Rockwell" panose="02060603020205020403" pitchFamily="18" charset="0"/>
              </a:rPr>
              <a:t>: decide the next move based on the observation</a:t>
            </a:r>
          </a:p>
          <a:p>
            <a:pPr marL="742950" lvl="1" indent="-285750">
              <a:buFont typeface="Arial" pitchFamily="34" charset="0"/>
              <a:buChar char="•"/>
            </a:pPr>
            <a:r>
              <a:rPr lang="en-US" b="1" dirty="0">
                <a:latin typeface="Rockwell" panose="02060603020205020403" pitchFamily="18" charset="0"/>
              </a:rPr>
              <a:t>Move</a:t>
            </a:r>
            <a:r>
              <a:rPr lang="en-US" dirty="0">
                <a:latin typeface="Rockwell" panose="02060603020205020403" pitchFamily="18" charset="0"/>
              </a:rPr>
              <a:t>: execute the computed movement</a:t>
            </a:r>
          </a:p>
          <a:p>
            <a:pPr marL="285750" indent="-285750">
              <a:buFont typeface="Wingdings" pitchFamily="2" charset="2"/>
              <a:buChar char="ü"/>
            </a:pPr>
            <a:r>
              <a:rPr lang="en-US" dirty="0">
                <a:latin typeface="Rockwell" panose="02060603020205020403" pitchFamily="18" charset="0"/>
              </a:rPr>
              <a:t>The system follows a semi-synchronous (SSYNC) model, where a subset of robots is activated simultaneously in each round</a:t>
            </a:r>
          </a:p>
        </p:txBody>
      </p:sp>
    </p:spTree>
    <p:extLst>
      <p:ext uri="{BB962C8B-B14F-4D97-AF65-F5344CB8AC3E}">
        <p14:creationId xmlns:p14="http://schemas.microsoft.com/office/powerpoint/2010/main" val="3087891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8F1E9-6C8C-87DE-7F39-96E08EC4ED29}"/>
            </a:ext>
          </a:extLst>
        </p:cNvPr>
        <p:cNvGrpSpPr/>
        <p:nvPr/>
      </p:nvGrpSpPr>
      <p:grpSpPr>
        <a:xfrm>
          <a:off x="0" y="0"/>
          <a:ext cx="0" cy="0"/>
          <a:chOff x="0" y="0"/>
          <a:chExt cx="0" cy="0"/>
        </a:xfrm>
      </p:grpSpPr>
      <p:sp>
        <p:nvSpPr>
          <p:cNvPr id="162" name="Title 1">
            <a:extLst>
              <a:ext uri="{FF2B5EF4-FFF2-40B4-BE49-F238E27FC236}">
                <a16:creationId xmlns:a16="http://schemas.microsoft.com/office/drawing/2014/main" id="{8A80717C-624C-F708-EBD5-32517D40C8A6}"/>
              </a:ext>
            </a:extLst>
          </p:cNvPr>
          <p:cNvSpPr>
            <a:spLocks noGrp="1"/>
          </p:cNvSpPr>
          <p:nvPr>
            <p:ph type="title"/>
          </p:nvPr>
        </p:nvSpPr>
        <p:spPr>
          <a:xfrm>
            <a:off x="782320" y="1006266"/>
            <a:ext cx="7066280" cy="558799"/>
          </a:xfrm>
        </p:spPr>
        <p:txBody>
          <a:bodyPr>
            <a:noAutofit/>
          </a:bodyPr>
          <a:lstStyle/>
          <a:p>
            <a:r>
              <a:rPr lang="en-US" b="1" dirty="0">
                <a:solidFill>
                  <a:schemeClr val="tx1"/>
                </a:solidFill>
                <a:latin typeface="Cambria" panose="02040503050406030204" pitchFamily="18" charset="0"/>
                <a:ea typeface="Cambria" panose="02040503050406030204" pitchFamily="18" charset="0"/>
                <a:cs typeface="Arial" panose="020B0604020202020204" pitchFamily="34" charset="0"/>
              </a:rPr>
              <a:t>System framework</a:t>
            </a:r>
          </a:p>
        </p:txBody>
      </p:sp>
      <p:grpSp>
        <p:nvGrpSpPr>
          <p:cNvPr id="163" name="Group 2">
            <a:extLst>
              <a:ext uri="{FF2B5EF4-FFF2-40B4-BE49-F238E27FC236}">
                <a16:creationId xmlns:a16="http://schemas.microsoft.com/office/drawing/2014/main" id="{3E27305C-06A2-973E-B482-26EE6BB11C95}"/>
              </a:ext>
            </a:extLst>
          </p:cNvPr>
          <p:cNvGrpSpPr/>
          <p:nvPr/>
        </p:nvGrpSpPr>
        <p:grpSpPr>
          <a:xfrm>
            <a:off x="6191847" y="3391818"/>
            <a:ext cx="5327053" cy="2523596"/>
            <a:chOff x="1152366" y="1015025"/>
            <a:chExt cx="4040519" cy="1914123"/>
          </a:xfrm>
        </p:grpSpPr>
        <p:grpSp>
          <p:nvGrpSpPr>
            <p:cNvPr id="164" name="Group 3">
              <a:extLst>
                <a:ext uri="{FF2B5EF4-FFF2-40B4-BE49-F238E27FC236}">
                  <a16:creationId xmlns:a16="http://schemas.microsoft.com/office/drawing/2014/main" id="{3DEC54F9-E268-3951-DE32-F5F65BFEEADA}"/>
                </a:ext>
              </a:extLst>
            </p:cNvPr>
            <p:cNvGrpSpPr/>
            <p:nvPr/>
          </p:nvGrpSpPr>
          <p:grpSpPr>
            <a:xfrm>
              <a:off x="2360592" y="1046443"/>
              <a:ext cx="1594548" cy="1835278"/>
              <a:chOff x="4223809" y="1429500"/>
              <a:chExt cx="3633074" cy="4181560"/>
            </a:xfrm>
          </p:grpSpPr>
          <p:sp>
            <p:nvSpPr>
              <p:cNvPr id="285" name="Freeform 4">
                <a:extLst>
                  <a:ext uri="{FF2B5EF4-FFF2-40B4-BE49-F238E27FC236}">
                    <a16:creationId xmlns:a16="http://schemas.microsoft.com/office/drawing/2014/main" id="{851FE16E-9CCF-F5EC-FD3C-C06BE8BB80D7}"/>
                  </a:ext>
                </a:extLst>
              </p:cNvPr>
              <p:cNvSpPr/>
              <p:nvPr/>
            </p:nvSpPr>
            <p:spPr>
              <a:xfrm>
                <a:off x="5059405" y="1466369"/>
                <a:ext cx="2549179" cy="2766007"/>
              </a:xfrm>
              <a:custGeom>
                <a:avLst/>
                <a:gdLst/>
                <a:ahLst/>
                <a:cxnLst/>
                <a:rect l="l" t="t" r="r" b="b"/>
                <a:pathLst>
                  <a:path w="2549179" h="2766007">
                    <a:moveTo>
                      <a:pt x="2134791" y="2723795"/>
                    </a:moveTo>
                    <a:cubicBezTo>
                      <a:pt x="1956324" y="2796623"/>
                      <a:pt x="1731343" y="2774600"/>
                      <a:pt x="1573738" y="2662498"/>
                    </a:cubicBezTo>
                    <a:cubicBezTo>
                      <a:pt x="1415352" y="2549838"/>
                      <a:pt x="1270104" y="2467006"/>
                      <a:pt x="1068865" y="2461031"/>
                    </a:cubicBezTo>
                    <a:cubicBezTo>
                      <a:pt x="943877" y="2457319"/>
                      <a:pt x="826705" y="2509599"/>
                      <a:pt x="707611" y="2539448"/>
                    </a:cubicBezTo>
                    <a:cubicBezTo>
                      <a:pt x="602911" y="2565688"/>
                      <a:pt x="522925" y="2649785"/>
                      <a:pt x="410068" y="2665254"/>
                    </a:cubicBezTo>
                    <a:cubicBezTo>
                      <a:pt x="261729" y="2685584"/>
                      <a:pt x="109374" y="2594372"/>
                      <a:pt x="42663" y="2460328"/>
                    </a:cubicBezTo>
                    <a:cubicBezTo>
                      <a:pt x="-24048" y="2326289"/>
                      <a:pt x="-9479" y="2159451"/>
                      <a:pt x="65158" y="2029659"/>
                    </a:cubicBezTo>
                    <a:cubicBezTo>
                      <a:pt x="119636" y="1934915"/>
                      <a:pt x="169738" y="1864192"/>
                      <a:pt x="108513" y="1758562"/>
                    </a:cubicBezTo>
                    <a:cubicBezTo>
                      <a:pt x="95179" y="1735553"/>
                      <a:pt x="78411" y="1714238"/>
                      <a:pt x="69277" y="1689258"/>
                    </a:cubicBezTo>
                    <a:cubicBezTo>
                      <a:pt x="60657" y="1665679"/>
                      <a:pt x="59324" y="1640056"/>
                      <a:pt x="60336" y="1614973"/>
                    </a:cubicBezTo>
                    <a:cubicBezTo>
                      <a:pt x="65856" y="1478104"/>
                      <a:pt x="169532" y="1375487"/>
                      <a:pt x="238618" y="1262463"/>
                    </a:cubicBezTo>
                    <a:cubicBezTo>
                      <a:pt x="254768" y="1236042"/>
                      <a:pt x="270992" y="1208627"/>
                      <a:pt x="275870" y="1178049"/>
                    </a:cubicBezTo>
                    <a:cubicBezTo>
                      <a:pt x="288274" y="1100245"/>
                      <a:pt x="226441" y="1032964"/>
                      <a:pt x="193480" y="961392"/>
                    </a:cubicBezTo>
                    <a:cubicBezTo>
                      <a:pt x="86683" y="729485"/>
                      <a:pt x="268935" y="465709"/>
                      <a:pt x="446312" y="326551"/>
                    </a:cubicBezTo>
                    <a:cubicBezTo>
                      <a:pt x="550961" y="244453"/>
                      <a:pt x="676394" y="211320"/>
                      <a:pt x="789259" y="144416"/>
                    </a:cubicBezTo>
                    <a:cubicBezTo>
                      <a:pt x="840656" y="113949"/>
                      <a:pt x="887518" y="76209"/>
                      <a:pt x="939531" y="46805"/>
                    </a:cubicBezTo>
                    <a:cubicBezTo>
                      <a:pt x="1030220" y="-4459"/>
                      <a:pt x="1129052" y="-6645"/>
                      <a:pt x="1229753" y="7474"/>
                    </a:cubicBezTo>
                    <a:cubicBezTo>
                      <a:pt x="1516607" y="47701"/>
                      <a:pt x="1842726" y="256214"/>
                      <a:pt x="1909206" y="556316"/>
                    </a:cubicBezTo>
                    <a:cubicBezTo>
                      <a:pt x="1954271" y="759741"/>
                      <a:pt x="1880483" y="996231"/>
                      <a:pt x="2082010" y="1138646"/>
                    </a:cubicBezTo>
                    <a:cubicBezTo>
                      <a:pt x="2142707" y="1181538"/>
                      <a:pt x="2219376" y="1207054"/>
                      <a:pt x="2260772" y="1268781"/>
                    </a:cubicBezTo>
                    <a:cubicBezTo>
                      <a:pt x="2348744" y="1399970"/>
                      <a:pt x="2219492" y="1594304"/>
                      <a:pt x="2299931" y="1730238"/>
                    </a:cubicBezTo>
                    <a:cubicBezTo>
                      <a:pt x="2317874" y="1760555"/>
                      <a:pt x="2344680" y="1784378"/>
                      <a:pt x="2369086" y="1809783"/>
                    </a:cubicBezTo>
                    <a:cubicBezTo>
                      <a:pt x="2497875" y="1943856"/>
                      <a:pt x="2564351" y="2135490"/>
                      <a:pt x="2546245" y="2320515"/>
                    </a:cubicBezTo>
                    <a:cubicBezTo>
                      <a:pt x="2541826" y="2365671"/>
                      <a:pt x="2532337" y="2411173"/>
                      <a:pt x="2510035" y="2450680"/>
                    </a:cubicBezTo>
                    <a:cubicBezTo>
                      <a:pt x="2479406" y="2504935"/>
                      <a:pt x="2427516" y="2543319"/>
                      <a:pt x="2376797" y="2579503"/>
                    </a:cubicBezTo>
                    <a:cubicBezTo>
                      <a:pt x="2300896" y="2633660"/>
                      <a:pt x="2223426" y="2687101"/>
                      <a:pt x="2137277" y="2722771"/>
                    </a:cubicBezTo>
                    <a:cubicBezTo>
                      <a:pt x="2136454" y="2723114"/>
                      <a:pt x="2135622" y="2723452"/>
                      <a:pt x="2134791" y="2723795"/>
                    </a:cubicBezTo>
                    <a:close/>
                  </a:path>
                </a:pathLst>
              </a:custGeom>
              <a:solidFill>
                <a:srgbClr val="0B2D4E"/>
              </a:solidFill>
              <a:ln cap="flat">
                <a:noFill/>
                <a:prstDash val="solid"/>
                <a:miter lim="800000"/>
              </a:ln>
            </p:spPr>
            <p:txBody>
              <a:bodyPr vert="horz" lIns="91440" tIns="45720" rIns="91440" bIns="45720" anchor="ctr">
                <a:normAutofit/>
              </a:bodyPr>
              <a:lstStyle/>
              <a:p>
                <a:pPr marL="0" algn="l"/>
                <a:endParaRPr/>
              </a:p>
            </p:txBody>
          </p:sp>
          <p:sp>
            <p:nvSpPr>
              <p:cNvPr id="286" name="Freeform 5">
                <a:extLst>
                  <a:ext uri="{FF2B5EF4-FFF2-40B4-BE49-F238E27FC236}">
                    <a16:creationId xmlns:a16="http://schemas.microsoft.com/office/drawing/2014/main" id="{3DAB5895-FC60-F8BE-DFDB-5A58EA62937C}"/>
                  </a:ext>
                </a:extLst>
              </p:cNvPr>
              <p:cNvSpPr/>
              <p:nvPr/>
            </p:nvSpPr>
            <p:spPr>
              <a:xfrm>
                <a:off x="5062115" y="1429500"/>
                <a:ext cx="2392105" cy="2192895"/>
              </a:xfrm>
              <a:custGeom>
                <a:avLst/>
                <a:gdLst/>
                <a:ahLst/>
                <a:cxnLst/>
                <a:rect l="l" t="t" r="r" b="b"/>
                <a:pathLst>
                  <a:path w="2392105" h="2192895">
                    <a:moveTo>
                      <a:pt x="2392106" y="2000905"/>
                    </a:moveTo>
                    <a:cubicBezTo>
                      <a:pt x="2303029" y="1924375"/>
                      <a:pt x="2283926" y="1790562"/>
                      <a:pt x="2309699" y="1675986"/>
                    </a:cubicBezTo>
                    <a:cubicBezTo>
                      <a:pt x="2326565" y="1601007"/>
                      <a:pt x="2359847" y="1528076"/>
                      <a:pt x="2356882" y="1451280"/>
                    </a:cubicBezTo>
                    <a:cubicBezTo>
                      <a:pt x="2353165" y="1355126"/>
                      <a:pt x="2286326" y="1264446"/>
                      <a:pt x="2195577" y="1232445"/>
                    </a:cubicBezTo>
                    <a:cubicBezTo>
                      <a:pt x="2149294" y="1216123"/>
                      <a:pt x="2098365" y="1213963"/>
                      <a:pt x="2054062" y="1192853"/>
                    </a:cubicBezTo>
                    <a:cubicBezTo>
                      <a:pt x="1987025" y="1160912"/>
                      <a:pt x="1950172" y="1093468"/>
                      <a:pt x="1925693" y="1026585"/>
                    </a:cubicBezTo>
                    <a:cubicBezTo>
                      <a:pt x="1899037" y="953749"/>
                      <a:pt x="1910109" y="891564"/>
                      <a:pt x="1909779" y="815303"/>
                    </a:cubicBezTo>
                    <a:cubicBezTo>
                      <a:pt x="1909363" y="717795"/>
                      <a:pt x="1906902" y="620180"/>
                      <a:pt x="1896997" y="523118"/>
                    </a:cubicBezTo>
                    <a:cubicBezTo>
                      <a:pt x="1885574" y="411221"/>
                      <a:pt x="1818584" y="300310"/>
                      <a:pt x="1741800" y="219908"/>
                    </a:cubicBezTo>
                    <a:cubicBezTo>
                      <a:pt x="1730776" y="208366"/>
                      <a:pt x="1719285" y="197269"/>
                      <a:pt x="1707377" y="186634"/>
                    </a:cubicBezTo>
                    <a:cubicBezTo>
                      <a:pt x="1508011" y="8661"/>
                      <a:pt x="1126925" y="-69281"/>
                      <a:pt x="890671" y="75475"/>
                    </a:cubicBezTo>
                    <a:cubicBezTo>
                      <a:pt x="843599" y="104317"/>
                      <a:pt x="814341" y="144175"/>
                      <a:pt x="776987" y="182348"/>
                    </a:cubicBezTo>
                    <a:cubicBezTo>
                      <a:pt x="739006" y="221156"/>
                      <a:pt x="689792" y="252600"/>
                      <a:pt x="644044" y="281309"/>
                    </a:cubicBezTo>
                    <a:cubicBezTo>
                      <a:pt x="551307" y="339508"/>
                      <a:pt x="451622" y="385358"/>
                      <a:pt x="353690" y="433887"/>
                    </a:cubicBezTo>
                    <a:cubicBezTo>
                      <a:pt x="291102" y="464902"/>
                      <a:pt x="227537" y="498313"/>
                      <a:pt x="181545" y="550880"/>
                    </a:cubicBezTo>
                    <a:cubicBezTo>
                      <a:pt x="126116" y="614235"/>
                      <a:pt x="101632" y="700937"/>
                      <a:pt x="104101" y="785081"/>
                    </a:cubicBezTo>
                    <a:cubicBezTo>
                      <a:pt x="106566" y="869224"/>
                      <a:pt x="134217" y="951078"/>
                      <a:pt x="172780" y="1025904"/>
                    </a:cubicBezTo>
                    <a:cubicBezTo>
                      <a:pt x="200023" y="1078762"/>
                      <a:pt x="233027" y="1129318"/>
                      <a:pt x="250357" y="1186205"/>
                    </a:cubicBezTo>
                    <a:cubicBezTo>
                      <a:pt x="278595" y="1278904"/>
                      <a:pt x="224614" y="1366069"/>
                      <a:pt x="156179" y="1425541"/>
                    </a:cubicBezTo>
                    <a:cubicBezTo>
                      <a:pt x="104329" y="1470606"/>
                      <a:pt x="44728" y="1511853"/>
                      <a:pt x="16319" y="1574402"/>
                    </a:cubicBezTo>
                    <a:cubicBezTo>
                      <a:pt x="-7290" y="1626386"/>
                      <a:pt x="-5160" y="1689338"/>
                      <a:pt x="21912" y="1739607"/>
                    </a:cubicBezTo>
                    <a:cubicBezTo>
                      <a:pt x="47158" y="1786490"/>
                      <a:pt x="91633" y="1821093"/>
                      <a:pt x="115199" y="1868842"/>
                    </a:cubicBezTo>
                    <a:cubicBezTo>
                      <a:pt x="137825" y="1914692"/>
                      <a:pt x="138511" y="1970786"/>
                      <a:pt x="117016" y="2017176"/>
                    </a:cubicBezTo>
                    <a:cubicBezTo>
                      <a:pt x="89644" y="2076249"/>
                      <a:pt x="27305" y="2131100"/>
                      <a:pt x="47802" y="2192895"/>
                    </a:cubicBezTo>
                  </a:path>
                </a:pathLst>
              </a:custGeom>
              <a:noFill/>
              <a:ln w="17138" cap="flat">
                <a:solidFill>
                  <a:srgbClr val="0B2D4E"/>
                </a:solidFill>
                <a:prstDash val="solid"/>
                <a:miter lim="800000"/>
              </a:ln>
            </p:spPr>
            <p:txBody>
              <a:bodyPr vert="horz" lIns="91440" tIns="45720" rIns="91440" bIns="45720" anchor="ctr">
                <a:normAutofit/>
              </a:bodyPr>
              <a:lstStyle/>
              <a:p>
                <a:pPr marL="0" algn="l"/>
                <a:endParaRPr/>
              </a:p>
            </p:txBody>
          </p:sp>
          <p:sp>
            <p:nvSpPr>
              <p:cNvPr id="287" name="Freeform 6">
                <a:extLst>
                  <a:ext uri="{FF2B5EF4-FFF2-40B4-BE49-F238E27FC236}">
                    <a16:creationId xmlns:a16="http://schemas.microsoft.com/office/drawing/2014/main" id="{92DF34A8-B896-13C4-68F2-2E9C9315E3E9}"/>
                  </a:ext>
                </a:extLst>
              </p:cNvPr>
              <p:cNvSpPr/>
              <p:nvPr/>
            </p:nvSpPr>
            <p:spPr>
              <a:xfrm>
                <a:off x="5437736" y="2503607"/>
                <a:ext cx="1383147" cy="1239566"/>
              </a:xfrm>
              <a:custGeom>
                <a:avLst/>
                <a:gdLst/>
                <a:ahLst/>
                <a:cxnLst/>
                <a:rect l="l" t="t" r="r" b="b"/>
                <a:pathLst>
                  <a:path w="1383147" h="1239566">
                    <a:moveTo>
                      <a:pt x="1378469" y="795052"/>
                    </a:moveTo>
                    <a:cubicBezTo>
                      <a:pt x="1389656" y="869251"/>
                      <a:pt x="1381195" y="945503"/>
                      <a:pt x="1348636" y="1013248"/>
                    </a:cubicBezTo>
                    <a:cubicBezTo>
                      <a:pt x="1260841" y="1195940"/>
                      <a:pt x="1043438" y="1231555"/>
                      <a:pt x="860115" y="1238704"/>
                    </a:cubicBezTo>
                    <a:cubicBezTo>
                      <a:pt x="792246" y="1241349"/>
                      <a:pt x="724048" y="1237950"/>
                      <a:pt x="656852" y="1227937"/>
                    </a:cubicBezTo>
                    <a:cubicBezTo>
                      <a:pt x="596991" y="1219018"/>
                      <a:pt x="543649" y="1228122"/>
                      <a:pt x="483152" y="1226742"/>
                    </a:cubicBezTo>
                    <a:cubicBezTo>
                      <a:pt x="363583" y="1224007"/>
                      <a:pt x="244678" y="1188722"/>
                      <a:pt x="143647" y="1124557"/>
                    </a:cubicBezTo>
                    <a:cubicBezTo>
                      <a:pt x="94509" y="1093349"/>
                      <a:pt x="48231" y="1053933"/>
                      <a:pt x="23019" y="1001465"/>
                    </a:cubicBezTo>
                    <a:cubicBezTo>
                      <a:pt x="-11644" y="929331"/>
                      <a:pt x="-1554" y="844103"/>
                      <a:pt x="16782" y="766205"/>
                    </a:cubicBezTo>
                    <a:cubicBezTo>
                      <a:pt x="27369" y="721234"/>
                      <a:pt x="40652" y="676348"/>
                      <a:pt x="63755" y="636336"/>
                    </a:cubicBezTo>
                    <a:cubicBezTo>
                      <a:pt x="88470" y="593529"/>
                      <a:pt x="123930" y="557148"/>
                      <a:pt x="144521" y="512215"/>
                    </a:cubicBezTo>
                    <a:cubicBezTo>
                      <a:pt x="183230" y="427746"/>
                      <a:pt x="151418" y="329021"/>
                      <a:pt x="185832" y="246163"/>
                    </a:cubicBezTo>
                    <a:cubicBezTo>
                      <a:pt x="212780" y="181282"/>
                      <a:pt x="280537" y="108043"/>
                      <a:pt x="336755" y="67482"/>
                    </a:cubicBezTo>
                    <a:cubicBezTo>
                      <a:pt x="413261" y="12288"/>
                      <a:pt x="511956" y="-5148"/>
                      <a:pt x="606078" y="1260"/>
                    </a:cubicBezTo>
                    <a:cubicBezTo>
                      <a:pt x="700195" y="7672"/>
                      <a:pt x="791278" y="36047"/>
                      <a:pt x="880951" y="65365"/>
                    </a:cubicBezTo>
                    <a:cubicBezTo>
                      <a:pt x="951549" y="88446"/>
                      <a:pt x="1012234" y="74160"/>
                      <a:pt x="1064016" y="132475"/>
                    </a:cubicBezTo>
                    <a:cubicBezTo>
                      <a:pt x="1105062" y="178702"/>
                      <a:pt x="1090733" y="254153"/>
                      <a:pt x="1103853" y="310166"/>
                    </a:cubicBezTo>
                    <a:cubicBezTo>
                      <a:pt x="1147967" y="498533"/>
                      <a:pt x="1348756" y="597940"/>
                      <a:pt x="1378469" y="795052"/>
                    </a:cubicBezTo>
                    <a:close/>
                  </a:path>
                </a:pathLst>
              </a:custGeom>
              <a:solidFill>
                <a:srgbClr val="061F33"/>
              </a:solidFill>
              <a:ln cap="flat">
                <a:noFill/>
                <a:prstDash val="solid"/>
                <a:miter lim="800000"/>
              </a:ln>
            </p:spPr>
            <p:txBody>
              <a:bodyPr vert="horz" lIns="91440" tIns="45720" rIns="91440" bIns="45720" anchor="ctr">
                <a:normAutofit/>
              </a:bodyPr>
              <a:lstStyle/>
              <a:p>
                <a:pPr marL="0" algn="l"/>
                <a:endParaRPr/>
              </a:p>
            </p:txBody>
          </p:sp>
          <p:sp>
            <p:nvSpPr>
              <p:cNvPr id="288" name="Freeform 7">
                <a:extLst>
                  <a:ext uri="{FF2B5EF4-FFF2-40B4-BE49-F238E27FC236}">
                    <a16:creationId xmlns:a16="http://schemas.microsoft.com/office/drawing/2014/main" id="{E2744DE4-3577-E0E1-A507-A36FD70919D8}"/>
                  </a:ext>
                </a:extLst>
              </p:cNvPr>
              <p:cNvSpPr/>
              <p:nvPr/>
            </p:nvSpPr>
            <p:spPr>
              <a:xfrm>
                <a:off x="4223809" y="4855098"/>
                <a:ext cx="1682835" cy="614928"/>
              </a:xfrm>
              <a:custGeom>
                <a:avLst/>
                <a:gdLst/>
                <a:ahLst/>
                <a:cxnLst/>
                <a:rect l="l" t="t" r="r" b="b"/>
                <a:pathLst>
                  <a:path w="1682835" h="614928">
                    <a:moveTo>
                      <a:pt x="1079123" y="194378"/>
                    </a:moveTo>
                    <a:cubicBezTo>
                      <a:pt x="872011" y="146025"/>
                      <a:pt x="676601" y="54278"/>
                      <a:pt x="465978" y="19766"/>
                    </a:cubicBezTo>
                    <a:cubicBezTo>
                      <a:pt x="332831" y="-2052"/>
                      <a:pt x="89684" y="-36282"/>
                      <a:pt x="18961" y="110522"/>
                    </a:cubicBezTo>
                    <a:cubicBezTo>
                      <a:pt x="-16563" y="184267"/>
                      <a:pt x="-1" y="276070"/>
                      <a:pt x="50560" y="338949"/>
                    </a:cubicBezTo>
                    <a:cubicBezTo>
                      <a:pt x="163991" y="480014"/>
                      <a:pt x="400498" y="517691"/>
                      <a:pt x="566680" y="553125"/>
                    </a:cubicBezTo>
                    <a:cubicBezTo>
                      <a:pt x="832089" y="609712"/>
                      <a:pt x="1101154" y="620727"/>
                      <a:pt x="1371663" y="612507"/>
                    </a:cubicBezTo>
                    <a:cubicBezTo>
                      <a:pt x="1448040" y="610188"/>
                      <a:pt x="1527893" y="604916"/>
                      <a:pt x="1593331" y="565465"/>
                    </a:cubicBezTo>
                    <a:cubicBezTo>
                      <a:pt x="1658769" y="526014"/>
                      <a:pt x="1703449" y="441455"/>
                      <a:pt x="1673145" y="371311"/>
                    </a:cubicBezTo>
                    <a:cubicBezTo>
                      <a:pt x="1626944" y="264356"/>
                      <a:pt x="1455935" y="266203"/>
                      <a:pt x="1358324" y="250040"/>
                    </a:cubicBezTo>
                    <a:cubicBezTo>
                      <a:pt x="1264687" y="234528"/>
                      <a:pt x="1171555" y="215960"/>
                      <a:pt x="1079123" y="194378"/>
                    </a:cubicBezTo>
                    <a:close/>
                  </a:path>
                </a:pathLst>
              </a:custGeom>
              <a:solidFill>
                <a:srgbClr val="F8A17A"/>
              </a:solidFill>
              <a:ln cap="flat">
                <a:noFill/>
                <a:prstDash val="solid"/>
                <a:miter lim="800000"/>
              </a:ln>
            </p:spPr>
            <p:txBody>
              <a:bodyPr vert="horz" lIns="91440" tIns="45720" rIns="91440" bIns="45720" anchor="ctr">
                <a:normAutofit lnSpcReduction="10000"/>
              </a:bodyPr>
              <a:lstStyle/>
              <a:p>
                <a:pPr marL="0" algn="l"/>
                <a:endParaRPr/>
              </a:p>
            </p:txBody>
          </p:sp>
          <p:sp>
            <p:nvSpPr>
              <p:cNvPr id="289" name="Freeform 8">
                <a:extLst>
                  <a:ext uri="{FF2B5EF4-FFF2-40B4-BE49-F238E27FC236}">
                    <a16:creationId xmlns:a16="http://schemas.microsoft.com/office/drawing/2014/main" id="{6E3A7791-E792-272C-0359-EE511E19778E}"/>
                  </a:ext>
                </a:extLst>
              </p:cNvPr>
              <p:cNvSpPr/>
              <p:nvPr/>
            </p:nvSpPr>
            <p:spPr>
              <a:xfrm>
                <a:off x="4242765" y="3385577"/>
                <a:ext cx="1510585" cy="1580038"/>
              </a:xfrm>
              <a:custGeom>
                <a:avLst/>
                <a:gdLst/>
                <a:ahLst/>
                <a:cxnLst/>
                <a:rect l="l" t="t" r="r" b="b"/>
                <a:pathLst>
                  <a:path w="1510585" h="1580038">
                    <a:moveTo>
                      <a:pt x="1298198" y="742205"/>
                    </a:moveTo>
                    <a:cubicBezTo>
                      <a:pt x="1142925" y="922232"/>
                      <a:pt x="974376" y="1091346"/>
                      <a:pt x="811190" y="1264168"/>
                    </a:cubicBezTo>
                    <a:cubicBezTo>
                      <a:pt x="777513" y="1299833"/>
                      <a:pt x="743844" y="1335529"/>
                      <a:pt x="711556" y="1372464"/>
                    </a:cubicBezTo>
                    <a:cubicBezTo>
                      <a:pt x="695479" y="1390856"/>
                      <a:pt x="676653" y="1409502"/>
                      <a:pt x="663413" y="1430071"/>
                    </a:cubicBezTo>
                    <a:cubicBezTo>
                      <a:pt x="652560" y="1446933"/>
                      <a:pt x="628587" y="1480405"/>
                      <a:pt x="607576" y="1527532"/>
                    </a:cubicBezTo>
                    <a:cubicBezTo>
                      <a:pt x="413203" y="1469539"/>
                      <a:pt x="186452" y="1512174"/>
                      <a:pt x="0" y="1580039"/>
                    </a:cubicBezTo>
                    <a:cubicBezTo>
                      <a:pt x="21431" y="1434079"/>
                      <a:pt x="79613" y="1344457"/>
                      <a:pt x="96046" y="1307236"/>
                    </a:cubicBezTo>
                    <a:cubicBezTo>
                      <a:pt x="177879" y="1121894"/>
                      <a:pt x="311486" y="966278"/>
                      <a:pt x="437737" y="810189"/>
                    </a:cubicBezTo>
                    <a:cubicBezTo>
                      <a:pt x="590812" y="620943"/>
                      <a:pt x="751783" y="438074"/>
                      <a:pt x="898788" y="243959"/>
                    </a:cubicBezTo>
                    <a:cubicBezTo>
                      <a:pt x="1018323" y="86122"/>
                      <a:pt x="1219824" y="-91303"/>
                      <a:pt x="1418260" y="53765"/>
                    </a:cubicBezTo>
                    <a:cubicBezTo>
                      <a:pt x="1570962" y="165409"/>
                      <a:pt x="1502061" y="391196"/>
                      <a:pt x="1439820" y="533555"/>
                    </a:cubicBezTo>
                    <a:cubicBezTo>
                      <a:pt x="1406589" y="609580"/>
                      <a:pt x="1354357" y="677097"/>
                      <a:pt x="1298198" y="742205"/>
                    </a:cubicBezTo>
                    <a:close/>
                  </a:path>
                </a:pathLst>
              </a:custGeom>
              <a:solidFill>
                <a:srgbClr val="8070F2"/>
              </a:solidFill>
              <a:ln cap="flat">
                <a:noFill/>
                <a:prstDash val="solid"/>
                <a:miter lim="800000"/>
              </a:ln>
            </p:spPr>
            <p:txBody>
              <a:bodyPr vert="horz" lIns="91440" tIns="45720" rIns="91440" bIns="45720" anchor="ctr">
                <a:normAutofit/>
              </a:bodyPr>
              <a:lstStyle/>
              <a:p>
                <a:pPr marL="0" algn="l"/>
                <a:endParaRPr/>
              </a:p>
            </p:txBody>
          </p:sp>
          <p:sp>
            <p:nvSpPr>
              <p:cNvPr id="290" name="Freeform 9">
                <a:extLst>
                  <a:ext uri="{FF2B5EF4-FFF2-40B4-BE49-F238E27FC236}">
                    <a16:creationId xmlns:a16="http://schemas.microsoft.com/office/drawing/2014/main" id="{F9538A8D-FF3E-3A1E-C725-900D38C447FE}"/>
                  </a:ext>
                </a:extLst>
              </p:cNvPr>
              <p:cNvSpPr/>
              <p:nvPr/>
            </p:nvSpPr>
            <p:spPr>
              <a:xfrm>
                <a:off x="6174048" y="4855098"/>
                <a:ext cx="1682835" cy="614928"/>
              </a:xfrm>
              <a:custGeom>
                <a:avLst/>
                <a:gdLst/>
                <a:ahLst/>
                <a:cxnLst/>
                <a:rect l="l" t="t" r="r" b="b"/>
                <a:pathLst>
                  <a:path w="1682835" h="614928">
                    <a:moveTo>
                      <a:pt x="603709" y="194378"/>
                    </a:moveTo>
                    <a:cubicBezTo>
                      <a:pt x="810821" y="146025"/>
                      <a:pt x="1006235" y="54278"/>
                      <a:pt x="1216857" y="19766"/>
                    </a:cubicBezTo>
                    <a:cubicBezTo>
                      <a:pt x="1350005" y="-2052"/>
                      <a:pt x="1593151" y="-36282"/>
                      <a:pt x="1663874" y="110522"/>
                    </a:cubicBezTo>
                    <a:cubicBezTo>
                      <a:pt x="1699399" y="184267"/>
                      <a:pt x="1682836" y="276070"/>
                      <a:pt x="1632276" y="338949"/>
                    </a:cubicBezTo>
                    <a:cubicBezTo>
                      <a:pt x="1518845" y="480014"/>
                      <a:pt x="1282338" y="517691"/>
                      <a:pt x="1116156" y="553125"/>
                    </a:cubicBezTo>
                    <a:cubicBezTo>
                      <a:pt x="850747" y="609712"/>
                      <a:pt x="581682" y="620727"/>
                      <a:pt x="311173" y="612507"/>
                    </a:cubicBezTo>
                    <a:cubicBezTo>
                      <a:pt x="234795" y="610188"/>
                      <a:pt x="154943" y="604916"/>
                      <a:pt x="89505" y="565465"/>
                    </a:cubicBezTo>
                    <a:cubicBezTo>
                      <a:pt x="24067" y="526014"/>
                      <a:pt x="-20614" y="441455"/>
                      <a:pt x="9690" y="371311"/>
                    </a:cubicBezTo>
                    <a:cubicBezTo>
                      <a:pt x="55892" y="264356"/>
                      <a:pt x="226901" y="266203"/>
                      <a:pt x="324511" y="250040"/>
                    </a:cubicBezTo>
                    <a:cubicBezTo>
                      <a:pt x="418144" y="234528"/>
                      <a:pt x="511276" y="215960"/>
                      <a:pt x="603709" y="194378"/>
                    </a:cubicBezTo>
                    <a:close/>
                  </a:path>
                </a:pathLst>
              </a:custGeom>
              <a:solidFill>
                <a:srgbClr val="F8A17A"/>
              </a:solidFill>
              <a:ln cap="flat">
                <a:noFill/>
                <a:prstDash val="solid"/>
                <a:miter lim="800000"/>
              </a:ln>
            </p:spPr>
            <p:txBody>
              <a:bodyPr vert="horz" lIns="91440" tIns="45720" rIns="91440" bIns="45720" anchor="ctr">
                <a:normAutofit lnSpcReduction="10000"/>
              </a:bodyPr>
              <a:lstStyle/>
              <a:p>
                <a:pPr marL="0" algn="l"/>
                <a:endParaRPr/>
              </a:p>
            </p:txBody>
          </p:sp>
          <p:sp>
            <p:nvSpPr>
              <p:cNvPr id="291" name="Freeform 10">
                <a:extLst>
                  <a:ext uri="{FF2B5EF4-FFF2-40B4-BE49-F238E27FC236}">
                    <a16:creationId xmlns:a16="http://schemas.microsoft.com/office/drawing/2014/main" id="{0DD7BB9A-16CE-FABF-5857-D8C927B91334}"/>
                  </a:ext>
                </a:extLst>
              </p:cNvPr>
              <p:cNvSpPr/>
              <p:nvPr/>
            </p:nvSpPr>
            <p:spPr>
              <a:xfrm>
                <a:off x="6327330" y="3385577"/>
                <a:ext cx="1510587" cy="1580038"/>
              </a:xfrm>
              <a:custGeom>
                <a:avLst/>
                <a:gdLst/>
                <a:ahLst/>
                <a:cxnLst/>
                <a:rect l="l" t="t" r="r" b="b"/>
                <a:pathLst>
                  <a:path w="1510587" h="1580038">
                    <a:moveTo>
                      <a:pt x="212390" y="742205"/>
                    </a:moveTo>
                    <a:cubicBezTo>
                      <a:pt x="367663" y="922232"/>
                      <a:pt x="536212" y="1091346"/>
                      <a:pt x="699398" y="1264168"/>
                    </a:cubicBezTo>
                    <a:cubicBezTo>
                      <a:pt x="733075" y="1299833"/>
                      <a:pt x="766743" y="1335529"/>
                      <a:pt x="799032" y="1372464"/>
                    </a:cubicBezTo>
                    <a:cubicBezTo>
                      <a:pt x="815109" y="1390856"/>
                      <a:pt x="833935" y="1409502"/>
                      <a:pt x="847175" y="1430071"/>
                    </a:cubicBezTo>
                    <a:cubicBezTo>
                      <a:pt x="858028" y="1446933"/>
                      <a:pt x="882001" y="1480405"/>
                      <a:pt x="903012" y="1527532"/>
                    </a:cubicBezTo>
                    <a:cubicBezTo>
                      <a:pt x="1097385" y="1469539"/>
                      <a:pt x="1324136" y="1512174"/>
                      <a:pt x="1510588" y="1580039"/>
                    </a:cubicBezTo>
                    <a:cubicBezTo>
                      <a:pt x="1489157" y="1434079"/>
                      <a:pt x="1430975" y="1344457"/>
                      <a:pt x="1414542" y="1307236"/>
                    </a:cubicBezTo>
                    <a:cubicBezTo>
                      <a:pt x="1332709" y="1121894"/>
                      <a:pt x="1199106" y="966278"/>
                      <a:pt x="1072850" y="810189"/>
                    </a:cubicBezTo>
                    <a:cubicBezTo>
                      <a:pt x="919775" y="620943"/>
                      <a:pt x="758805" y="438074"/>
                      <a:pt x="611800" y="243959"/>
                    </a:cubicBezTo>
                    <a:cubicBezTo>
                      <a:pt x="492265" y="86122"/>
                      <a:pt x="290764" y="-91303"/>
                      <a:pt x="92328" y="53765"/>
                    </a:cubicBezTo>
                    <a:cubicBezTo>
                      <a:pt x="-60379" y="165409"/>
                      <a:pt x="8527" y="391196"/>
                      <a:pt x="70768" y="533555"/>
                    </a:cubicBezTo>
                    <a:cubicBezTo>
                      <a:pt x="104003" y="609580"/>
                      <a:pt x="156235" y="677097"/>
                      <a:pt x="212390" y="742205"/>
                    </a:cubicBezTo>
                    <a:close/>
                  </a:path>
                </a:pathLst>
              </a:custGeom>
              <a:solidFill>
                <a:srgbClr val="8070F2"/>
              </a:solidFill>
              <a:ln cap="flat">
                <a:noFill/>
                <a:prstDash val="solid"/>
                <a:miter lim="800000"/>
              </a:ln>
            </p:spPr>
            <p:txBody>
              <a:bodyPr vert="horz" lIns="91440" tIns="45720" rIns="91440" bIns="45720" anchor="ctr">
                <a:normAutofit/>
              </a:bodyPr>
              <a:lstStyle/>
              <a:p>
                <a:pPr marL="0" algn="l"/>
                <a:endParaRPr/>
              </a:p>
            </p:txBody>
          </p:sp>
          <p:grpSp>
            <p:nvGrpSpPr>
              <p:cNvPr id="292" name="Group 11">
                <a:extLst>
                  <a:ext uri="{FF2B5EF4-FFF2-40B4-BE49-F238E27FC236}">
                    <a16:creationId xmlns:a16="http://schemas.microsoft.com/office/drawing/2014/main" id="{A2B49EF5-FDB6-DD1E-D793-F24D883367A9}"/>
                  </a:ext>
                </a:extLst>
              </p:cNvPr>
              <p:cNvGrpSpPr/>
              <p:nvPr/>
            </p:nvGrpSpPr>
            <p:grpSpPr>
              <a:xfrm>
                <a:off x="5200664" y="3241674"/>
                <a:ext cx="1685892" cy="2369386"/>
                <a:chOff x="5200664" y="3241674"/>
                <a:chExt cx="1685892" cy="2369386"/>
              </a:xfrm>
            </p:grpSpPr>
            <p:sp>
              <p:nvSpPr>
                <p:cNvPr id="299" name="Freeform 12">
                  <a:extLst>
                    <a:ext uri="{FF2B5EF4-FFF2-40B4-BE49-F238E27FC236}">
                      <a16:creationId xmlns:a16="http://schemas.microsoft.com/office/drawing/2014/main" id="{5857E8F1-7AD1-4C61-733F-4358040123AE}"/>
                    </a:ext>
                  </a:extLst>
                </p:cNvPr>
                <p:cNvSpPr/>
                <p:nvPr/>
              </p:nvSpPr>
              <p:spPr>
                <a:xfrm>
                  <a:off x="5200664" y="3301063"/>
                  <a:ext cx="1685892" cy="2309997"/>
                </a:xfrm>
                <a:custGeom>
                  <a:avLst/>
                  <a:gdLst/>
                  <a:ahLst/>
                  <a:cxnLst/>
                  <a:rect l="l" t="t" r="r" b="b"/>
                  <a:pathLst>
                    <a:path w="1685892" h="2309997">
                      <a:moveTo>
                        <a:pt x="1516194" y="2287898"/>
                      </a:moveTo>
                      <a:cubicBezTo>
                        <a:pt x="1594122" y="2218645"/>
                        <a:pt x="1520378" y="2015657"/>
                        <a:pt x="1507322" y="1939661"/>
                      </a:cubicBezTo>
                      <a:cubicBezTo>
                        <a:pt x="1482414" y="1794717"/>
                        <a:pt x="1473760" y="1636045"/>
                        <a:pt x="1522971" y="1495053"/>
                      </a:cubicBezTo>
                      <a:cubicBezTo>
                        <a:pt x="1593608" y="1292665"/>
                        <a:pt x="1680267" y="1133002"/>
                        <a:pt x="1685535" y="907563"/>
                      </a:cubicBezTo>
                      <a:cubicBezTo>
                        <a:pt x="1690044" y="714553"/>
                        <a:pt x="1651147" y="524436"/>
                        <a:pt x="1612450" y="336433"/>
                      </a:cubicBezTo>
                      <a:cubicBezTo>
                        <a:pt x="1574123" y="150225"/>
                        <a:pt x="1556764" y="96162"/>
                        <a:pt x="1374448" y="67770"/>
                      </a:cubicBezTo>
                      <a:cubicBezTo>
                        <a:pt x="1309464" y="57650"/>
                        <a:pt x="1245307" y="40051"/>
                        <a:pt x="1180478" y="28542"/>
                      </a:cubicBezTo>
                      <a:cubicBezTo>
                        <a:pt x="1070501" y="9014"/>
                        <a:pt x="959020" y="245"/>
                        <a:pt x="847303" y="0"/>
                      </a:cubicBezTo>
                      <a:cubicBezTo>
                        <a:pt x="845850" y="-4"/>
                        <a:pt x="844397" y="35"/>
                        <a:pt x="842949" y="35"/>
                      </a:cubicBezTo>
                      <a:cubicBezTo>
                        <a:pt x="841496" y="35"/>
                        <a:pt x="840043" y="0"/>
                        <a:pt x="838590" y="69"/>
                      </a:cubicBezTo>
                      <a:cubicBezTo>
                        <a:pt x="726877" y="245"/>
                        <a:pt x="615392" y="9014"/>
                        <a:pt x="505415" y="28542"/>
                      </a:cubicBezTo>
                      <a:cubicBezTo>
                        <a:pt x="440585" y="40051"/>
                        <a:pt x="376429" y="57650"/>
                        <a:pt x="311445" y="67770"/>
                      </a:cubicBezTo>
                      <a:cubicBezTo>
                        <a:pt x="129129" y="96162"/>
                        <a:pt x="111770" y="150225"/>
                        <a:pt x="73442" y="336433"/>
                      </a:cubicBezTo>
                      <a:cubicBezTo>
                        <a:pt x="34746" y="524436"/>
                        <a:pt x="-4151" y="714553"/>
                        <a:pt x="358" y="907563"/>
                      </a:cubicBezTo>
                      <a:cubicBezTo>
                        <a:pt x="5625" y="1133002"/>
                        <a:pt x="92284" y="1292661"/>
                        <a:pt x="162926" y="1495057"/>
                      </a:cubicBezTo>
                      <a:cubicBezTo>
                        <a:pt x="237889" y="1709837"/>
                        <a:pt x="181023" y="1929752"/>
                        <a:pt x="123772" y="2139054"/>
                      </a:cubicBezTo>
                      <a:cubicBezTo>
                        <a:pt x="115152" y="2170566"/>
                        <a:pt x="112259" y="2207346"/>
                        <a:pt x="132417" y="2233060"/>
                      </a:cubicBezTo>
                      <a:cubicBezTo>
                        <a:pt x="144886" y="2248966"/>
                        <a:pt x="164174" y="2257855"/>
                        <a:pt x="183239" y="2264555"/>
                      </a:cubicBezTo>
                      <a:cubicBezTo>
                        <a:pt x="247357" y="2287080"/>
                        <a:pt x="316289" y="2291095"/>
                        <a:pt x="384174" y="2294276"/>
                      </a:cubicBezTo>
                      <a:cubicBezTo>
                        <a:pt x="735775" y="2310752"/>
                        <a:pt x="1087920" y="2310396"/>
                        <a:pt x="1439903" y="2309792"/>
                      </a:cubicBezTo>
                      <a:cubicBezTo>
                        <a:pt x="1457357" y="2309762"/>
                        <a:pt x="1475312" y="2309638"/>
                        <a:pt x="1491488" y="2303084"/>
                      </a:cubicBezTo>
                      <a:cubicBezTo>
                        <a:pt x="1501042" y="2299218"/>
                        <a:pt x="1509225" y="2294092"/>
                        <a:pt x="1516194" y="2287898"/>
                      </a:cubicBezTo>
                      <a:close/>
                    </a:path>
                  </a:pathLst>
                </a:custGeom>
                <a:solidFill>
                  <a:srgbClr val="9B87FF"/>
                </a:solidFill>
                <a:ln cap="flat">
                  <a:noFill/>
                  <a:prstDash val="solid"/>
                  <a:miter lim="800000"/>
                </a:ln>
              </p:spPr>
              <p:txBody>
                <a:bodyPr vert="horz" lIns="91440" tIns="45720" rIns="91440" bIns="45720" anchor="ctr">
                  <a:normAutofit/>
                </a:bodyPr>
                <a:lstStyle/>
                <a:p>
                  <a:pPr marL="0" algn="l"/>
                  <a:endParaRPr/>
                </a:p>
              </p:txBody>
            </p:sp>
            <p:sp>
              <p:nvSpPr>
                <p:cNvPr id="300" name="Freeform 13">
                  <a:extLst>
                    <a:ext uri="{FF2B5EF4-FFF2-40B4-BE49-F238E27FC236}">
                      <a16:creationId xmlns:a16="http://schemas.microsoft.com/office/drawing/2014/main" id="{0A7E5184-D85C-FD62-C4F2-4BA4F9670FA6}"/>
                    </a:ext>
                  </a:extLst>
                </p:cNvPr>
                <p:cNvSpPr/>
                <p:nvPr/>
              </p:nvSpPr>
              <p:spPr>
                <a:xfrm>
                  <a:off x="5492164" y="3241674"/>
                  <a:ext cx="1166599" cy="636598"/>
                </a:xfrm>
                <a:custGeom>
                  <a:avLst/>
                  <a:gdLst/>
                  <a:ahLst/>
                  <a:cxnLst/>
                  <a:rect l="l" t="t" r="r" b="b"/>
                  <a:pathLst>
                    <a:path w="1166599" h="636598">
                      <a:moveTo>
                        <a:pt x="1128411" y="166250"/>
                      </a:moveTo>
                      <a:cubicBezTo>
                        <a:pt x="1139671" y="131612"/>
                        <a:pt x="1182041" y="54396"/>
                        <a:pt x="1160661" y="24147"/>
                      </a:cubicBezTo>
                      <a:cubicBezTo>
                        <a:pt x="1139161" y="-6272"/>
                        <a:pt x="1059381" y="256"/>
                        <a:pt x="1028220" y="1302"/>
                      </a:cubicBezTo>
                      <a:cubicBezTo>
                        <a:pt x="685479" y="12819"/>
                        <a:pt x="342741" y="24336"/>
                        <a:pt x="0" y="35853"/>
                      </a:cubicBezTo>
                      <a:cubicBezTo>
                        <a:pt x="19833" y="109337"/>
                        <a:pt x="20643" y="177848"/>
                        <a:pt x="48842" y="250534"/>
                      </a:cubicBezTo>
                      <a:cubicBezTo>
                        <a:pt x="72764" y="312188"/>
                        <a:pt x="104610" y="370991"/>
                        <a:pt x="145116" y="423360"/>
                      </a:cubicBezTo>
                      <a:cubicBezTo>
                        <a:pt x="226156" y="528138"/>
                        <a:pt x="340547" y="601527"/>
                        <a:pt x="470914" y="627090"/>
                      </a:cubicBezTo>
                      <a:cubicBezTo>
                        <a:pt x="691703" y="670385"/>
                        <a:pt x="935620" y="562710"/>
                        <a:pt x="1047384" y="367438"/>
                      </a:cubicBezTo>
                      <a:cubicBezTo>
                        <a:pt x="1083371" y="304575"/>
                        <a:pt x="1106016" y="235134"/>
                        <a:pt x="1128411" y="166250"/>
                      </a:cubicBezTo>
                      <a:close/>
                    </a:path>
                  </a:pathLst>
                </a:custGeom>
                <a:solidFill>
                  <a:srgbClr val="9B87FF"/>
                </a:solidFill>
                <a:ln cap="flat">
                  <a:noFill/>
                  <a:prstDash val="solid"/>
                  <a:miter lim="800000"/>
                </a:ln>
              </p:spPr>
              <p:txBody>
                <a:bodyPr vert="horz" lIns="91440" tIns="45720" rIns="91440" bIns="45720" anchor="ctr">
                  <a:normAutofit/>
                </a:bodyPr>
                <a:lstStyle/>
                <a:p>
                  <a:pPr marL="0" algn="l"/>
                  <a:endParaRPr/>
                </a:p>
              </p:txBody>
            </p:sp>
          </p:grpSp>
          <p:sp>
            <p:nvSpPr>
              <p:cNvPr id="293" name="Freeform 14">
                <a:extLst>
                  <a:ext uri="{FF2B5EF4-FFF2-40B4-BE49-F238E27FC236}">
                    <a16:creationId xmlns:a16="http://schemas.microsoft.com/office/drawing/2014/main" id="{60B75D14-34A0-133F-72E0-2393E9F7B675}"/>
                  </a:ext>
                </a:extLst>
              </p:cNvPr>
              <p:cNvSpPr/>
              <p:nvPr/>
            </p:nvSpPr>
            <p:spPr>
              <a:xfrm>
                <a:off x="5722787" y="2775098"/>
                <a:ext cx="692012" cy="999234"/>
              </a:xfrm>
              <a:custGeom>
                <a:avLst/>
                <a:gdLst/>
                <a:ahLst/>
                <a:cxnLst/>
                <a:rect l="l" t="t" r="r" b="b"/>
                <a:pathLst>
                  <a:path w="692012" h="999234">
                    <a:moveTo>
                      <a:pt x="63855" y="889113"/>
                    </a:moveTo>
                    <a:cubicBezTo>
                      <a:pt x="171230" y="1011190"/>
                      <a:pt x="377622" y="1020890"/>
                      <a:pt x="522085" y="970942"/>
                    </a:cubicBezTo>
                    <a:cubicBezTo>
                      <a:pt x="620416" y="936944"/>
                      <a:pt x="689905" y="859418"/>
                      <a:pt x="691975" y="752836"/>
                    </a:cubicBezTo>
                    <a:cubicBezTo>
                      <a:pt x="694290" y="633674"/>
                      <a:pt x="589783" y="549012"/>
                      <a:pt x="563371" y="437969"/>
                    </a:cubicBezTo>
                    <a:cubicBezTo>
                      <a:pt x="548395" y="375012"/>
                      <a:pt x="549865" y="310153"/>
                      <a:pt x="551416" y="246095"/>
                    </a:cubicBezTo>
                    <a:cubicBezTo>
                      <a:pt x="553225" y="171329"/>
                      <a:pt x="553748" y="96367"/>
                      <a:pt x="557370" y="21722"/>
                    </a:cubicBezTo>
                    <a:cubicBezTo>
                      <a:pt x="483381" y="6082"/>
                      <a:pt x="423356" y="-1762"/>
                      <a:pt x="344780" y="1483"/>
                    </a:cubicBezTo>
                    <a:cubicBezTo>
                      <a:pt x="279758" y="4170"/>
                      <a:pt x="214804" y="-2624"/>
                      <a:pt x="149816" y="1195"/>
                    </a:cubicBezTo>
                    <a:cubicBezTo>
                      <a:pt x="144587" y="1504"/>
                      <a:pt x="138912" y="2040"/>
                      <a:pt x="135208" y="5512"/>
                    </a:cubicBezTo>
                    <a:cubicBezTo>
                      <a:pt x="131488" y="9005"/>
                      <a:pt x="130806" y="14483"/>
                      <a:pt x="130370" y="19536"/>
                    </a:cubicBezTo>
                    <a:cubicBezTo>
                      <a:pt x="121655" y="120482"/>
                      <a:pt x="130219" y="222717"/>
                      <a:pt x="123387" y="323856"/>
                    </a:cubicBezTo>
                    <a:cubicBezTo>
                      <a:pt x="117112" y="416790"/>
                      <a:pt x="96285" y="510355"/>
                      <a:pt x="41863" y="587340"/>
                    </a:cubicBezTo>
                    <a:cubicBezTo>
                      <a:pt x="-24471" y="681175"/>
                      <a:pt x="-8137" y="807259"/>
                      <a:pt x="63855" y="889113"/>
                    </a:cubicBezTo>
                    <a:close/>
                  </a:path>
                </a:pathLst>
              </a:custGeom>
              <a:solidFill>
                <a:srgbClr val="F8A17A"/>
              </a:solidFill>
              <a:ln cap="flat">
                <a:noFill/>
                <a:prstDash val="solid"/>
                <a:miter lim="800000"/>
              </a:ln>
            </p:spPr>
            <p:txBody>
              <a:bodyPr vert="horz" lIns="91440" tIns="45720" rIns="91440" bIns="45720" anchor="ctr">
                <a:normAutofit/>
              </a:bodyPr>
              <a:lstStyle/>
              <a:p>
                <a:pPr marL="0" algn="l"/>
                <a:endParaRPr/>
              </a:p>
            </p:txBody>
          </p:sp>
          <p:sp>
            <p:nvSpPr>
              <p:cNvPr id="294" name="Freeform 15">
                <a:extLst>
                  <a:ext uri="{FF2B5EF4-FFF2-40B4-BE49-F238E27FC236}">
                    <a16:creationId xmlns:a16="http://schemas.microsoft.com/office/drawing/2014/main" id="{5DDD59DA-E68C-FCFD-F05F-39F5CFF514D0}"/>
                  </a:ext>
                </a:extLst>
              </p:cNvPr>
              <p:cNvSpPr/>
              <p:nvPr/>
            </p:nvSpPr>
            <p:spPr>
              <a:xfrm>
                <a:off x="5984201" y="1669785"/>
                <a:ext cx="1345906" cy="2118132"/>
              </a:xfrm>
              <a:custGeom>
                <a:avLst/>
                <a:gdLst/>
                <a:ahLst/>
                <a:cxnLst/>
                <a:rect l="l" t="t" r="r" b="b"/>
                <a:pathLst>
                  <a:path w="1345906" h="2118132">
                    <a:moveTo>
                      <a:pt x="0" y="44689"/>
                    </a:moveTo>
                    <a:cubicBezTo>
                      <a:pt x="54101" y="16635"/>
                      <a:pt x="115004" y="3112"/>
                      <a:pt x="175869" y="540"/>
                    </a:cubicBezTo>
                    <a:cubicBezTo>
                      <a:pt x="236910" y="-2199"/>
                      <a:pt x="298057" y="5692"/>
                      <a:pt x="357529" y="19284"/>
                    </a:cubicBezTo>
                    <a:cubicBezTo>
                      <a:pt x="476910" y="45730"/>
                      <a:pt x="588909" y="106625"/>
                      <a:pt x="675667" y="193619"/>
                    </a:cubicBezTo>
                    <a:cubicBezTo>
                      <a:pt x="762794" y="279978"/>
                      <a:pt x="823611" y="394395"/>
                      <a:pt x="840833" y="516879"/>
                    </a:cubicBezTo>
                    <a:cubicBezTo>
                      <a:pt x="849243" y="578263"/>
                      <a:pt x="846208" y="639560"/>
                      <a:pt x="847460" y="699932"/>
                    </a:cubicBezTo>
                    <a:cubicBezTo>
                      <a:pt x="848635" y="759948"/>
                      <a:pt x="853457" y="821237"/>
                      <a:pt x="878385" y="874652"/>
                    </a:cubicBezTo>
                    <a:cubicBezTo>
                      <a:pt x="903666" y="927965"/>
                      <a:pt x="947416" y="971188"/>
                      <a:pt x="995807" y="1006030"/>
                    </a:cubicBezTo>
                    <a:cubicBezTo>
                      <a:pt x="1044490" y="1041220"/>
                      <a:pt x="1098386" y="1069394"/>
                      <a:pt x="1150391" y="1101536"/>
                    </a:cubicBezTo>
                    <a:cubicBezTo>
                      <a:pt x="1175993" y="1117589"/>
                      <a:pt x="1203566" y="1134356"/>
                      <a:pt x="1222494" y="1161283"/>
                    </a:cubicBezTo>
                    <a:cubicBezTo>
                      <a:pt x="1241589" y="1188548"/>
                      <a:pt x="1245674" y="1221877"/>
                      <a:pt x="1246090" y="1252486"/>
                    </a:cubicBezTo>
                    <a:cubicBezTo>
                      <a:pt x="1246441" y="1283569"/>
                      <a:pt x="1242524" y="1314683"/>
                      <a:pt x="1234358" y="1344653"/>
                    </a:cubicBezTo>
                    <a:cubicBezTo>
                      <a:pt x="1226480" y="1374849"/>
                      <a:pt x="1212374" y="1402778"/>
                      <a:pt x="1200797" y="1430279"/>
                    </a:cubicBezTo>
                    <a:cubicBezTo>
                      <a:pt x="1188984" y="1457835"/>
                      <a:pt x="1181475" y="1486540"/>
                      <a:pt x="1184480" y="1515948"/>
                    </a:cubicBezTo>
                    <a:cubicBezTo>
                      <a:pt x="1187073" y="1545271"/>
                      <a:pt x="1197085" y="1573830"/>
                      <a:pt x="1209618" y="1601052"/>
                    </a:cubicBezTo>
                    <a:cubicBezTo>
                      <a:pt x="1235383" y="1655590"/>
                      <a:pt x="1267097" y="1707775"/>
                      <a:pt x="1293277" y="1762939"/>
                    </a:cubicBezTo>
                    <a:cubicBezTo>
                      <a:pt x="1319415" y="1817953"/>
                      <a:pt x="1339573" y="1876966"/>
                      <a:pt x="1344223" y="1938084"/>
                    </a:cubicBezTo>
                    <a:cubicBezTo>
                      <a:pt x="1349646" y="1998927"/>
                      <a:pt x="1341909" y="2060752"/>
                      <a:pt x="1321849" y="2118132"/>
                    </a:cubicBezTo>
                    <a:cubicBezTo>
                      <a:pt x="1340580" y="2060298"/>
                      <a:pt x="1346796" y="1998619"/>
                      <a:pt x="1340036" y="1938496"/>
                    </a:cubicBezTo>
                    <a:cubicBezTo>
                      <a:pt x="1334018" y="1878085"/>
                      <a:pt x="1312853" y="1820559"/>
                      <a:pt x="1285703" y="1766608"/>
                    </a:cubicBezTo>
                    <a:cubicBezTo>
                      <a:pt x="1258906" y="1712306"/>
                      <a:pt x="1226729" y="1660721"/>
                      <a:pt x="1199781" y="1605660"/>
                    </a:cubicBezTo>
                    <a:cubicBezTo>
                      <a:pt x="1186618" y="1577975"/>
                      <a:pt x="1175693" y="1548442"/>
                      <a:pt x="1172487" y="1517059"/>
                    </a:cubicBezTo>
                    <a:cubicBezTo>
                      <a:pt x="1168762" y="1485550"/>
                      <a:pt x="1176777" y="1453493"/>
                      <a:pt x="1188551" y="1425286"/>
                    </a:cubicBezTo>
                    <a:cubicBezTo>
                      <a:pt x="1200180" y="1396692"/>
                      <a:pt x="1213313" y="1369830"/>
                      <a:pt x="1220445" y="1340911"/>
                    </a:cubicBezTo>
                    <a:cubicBezTo>
                      <a:pt x="1228006" y="1312163"/>
                      <a:pt x="1231714" y="1282399"/>
                      <a:pt x="1231225" y="1252700"/>
                    </a:cubicBezTo>
                    <a:cubicBezTo>
                      <a:pt x="1230749" y="1223189"/>
                      <a:pt x="1226442" y="1193095"/>
                      <a:pt x="1209983" y="1170014"/>
                    </a:cubicBezTo>
                    <a:cubicBezTo>
                      <a:pt x="1193588" y="1146692"/>
                      <a:pt x="1167819" y="1130653"/>
                      <a:pt x="1142191" y="1114862"/>
                    </a:cubicBezTo>
                    <a:cubicBezTo>
                      <a:pt x="1090705" y="1083316"/>
                      <a:pt x="1036360" y="1055258"/>
                      <a:pt x="986215" y="1019374"/>
                    </a:cubicBezTo>
                    <a:cubicBezTo>
                      <a:pt x="936353" y="983720"/>
                      <a:pt x="890194" y="939066"/>
                      <a:pt x="862861" y="881999"/>
                    </a:cubicBezTo>
                    <a:cubicBezTo>
                      <a:pt x="836329" y="824251"/>
                      <a:pt x="832098" y="760990"/>
                      <a:pt x="831069" y="700219"/>
                    </a:cubicBezTo>
                    <a:cubicBezTo>
                      <a:pt x="830105" y="639162"/>
                      <a:pt x="833281" y="578395"/>
                      <a:pt x="825369" y="519039"/>
                    </a:cubicBezTo>
                    <a:cubicBezTo>
                      <a:pt x="809321" y="399890"/>
                      <a:pt x="750081" y="288803"/>
                      <a:pt x="666297" y="202869"/>
                    </a:cubicBezTo>
                    <a:cubicBezTo>
                      <a:pt x="582394" y="116526"/>
                      <a:pt x="473249" y="55301"/>
                      <a:pt x="355574" y="27415"/>
                    </a:cubicBezTo>
                    <a:cubicBezTo>
                      <a:pt x="296990" y="12602"/>
                      <a:pt x="236605" y="3395"/>
                      <a:pt x="176006" y="4719"/>
                    </a:cubicBezTo>
                    <a:cubicBezTo>
                      <a:pt x="115579" y="5894"/>
                      <a:pt x="54744" y="17891"/>
                      <a:pt x="0" y="44689"/>
                    </a:cubicBezTo>
                    <a:close/>
                  </a:path>
                </a:pathLst>
              </a:custGeom>
              <a:solidFill>
                <a:srgbClr val="73B8D4"/>
              </a:solidFill>
              <a:ln cap="flat">
                <a:noFill/>
                <a:prstDash val="solid"/>
                <a:miter lim="800000"/>
              </a:ln>
            </p:spPr>
            <p:txBody>
              <a:bodyPr vert="horz" lIns="91440" tIns="45720" rIns="91440" bIns="45720" anchor="ctr">
                <a:normAutofit/>
              </a:bodyPr>
              <a:lstStyle/>
              <a:p>
                <a:pPr marL="0" algn="l"/>
                <a:endParaRPr/>
              </a:p>
            </p:txBody>
          </p:sp>
          <p:sp>
            <p:nvSpPr>
              <p:cNvPr id="295" name="Freeform 16">
                <a:extLst>
                  <a:ext uri="{FF2B5EF4-FFF2-40B4-BE49-F238E27FC236}">
                    <a16:creationId xmlns:a16="http://schemas.microsoft.com/office/drawing/2014/main" id="{AD0EE6F3-0316-C989-4A19-FCE83B1E6AB2}"/>
                  </a:ext>
                </a:extLst>
              </p:cNvPr>
              <p:cNvSpPr/>
              <p:nvPr/>
            </p:nvSpPr>
            <p:spPr>
              <a:xfrm>
                <a:off x="5833881" y="2774258"/>
                <a:ext cx="447998" cy="499623"/>
              </a:xfrm>
              <a:custGeom>
                <a:avLst/>
                <a:gdLst/>
                <a:ahLst/>
                <a:cxnLst/>
                <a:rect l="l" t="t" r="r" b="b"/>
                <a:pathLst>
                  <a:path w="447998" h="499623">
                    <a:moveTo>
                      <a:pt x="447999" y="423837"/>
                    </a:moveTo>
                    <a:cubicBezTo>
                      <a:pt x="436327" y="365325"/>
                      <a:pt x="437519" y="305378"/>
                      <a:pt x="438955" y="246095"/>
                    </a:cubicBezTo>
                    <a:cubicBezTo>
                      <a:pt x="440764" y="171330"/>
                      <a:pt x="441287" y="96371"/>
                      <a:pt x="444909" y="21722"/>
                    </a:cubicBezTo>
                    <a:cubicBezTo>
                      <a:pt x="370919" y="6082"/>
                      <a:pt x="310895" y="-1762"/>
                      <a:pt x="232315" y="1482"/>
                    </a:cubicBezTo>
                    <a:cubicBezTo>
                      <a:pt x="167292" y="4170"/>
                      <a:pt x="102343" y="-2624"/>
                      <a:pt x="37346" y="1195"/>
                    </a:cubicBezTo>
                    <a:cubicBezTo>
                      <a:pt x="32117" y="1504"/>
                      <a:pt x="26446" y="2040"/>
                      <a:pt x="22743" y="5512"/>
                    </a:cubicBezTo>
                    <a:cubicBezTo>
                      <a:pt x="19022" y="9005"/>
                      <a:pt x="18345" y="14483"/>
                      <a:pt x="17908" y="19536"/>
                    </a:cubicBezTo>
                    <a:cubicBezTo>
                      <a:pt x="9190" y="120482"/>
                      <a:pt x="17758" y="222722"/>
                      <a:pt x="10926" y="323860"/>
                    </a:cubicBezTo>
                    <a:cubicBezTo>
                      <a:pt x="8967" y="352827"/>
                      <a:pt x="5358" y="381793"/>
                      <a:pt x="0" y="410357"/>
                    </a:cubicBezTo>
                    <a:cubicBezTo>
                      <a:pt x="10210" y="419289"/>
                      <a:pt x="20596" y="427857"/>
                      <a:pt x="31281" y="435761"/>
                    </a:cubicBezTo>
                    <a:cubicBezTo>
                      <a:pt x="111537" y="495113"/>
                      <a:pt x="219726" y="514825"/>
                      <a:pt x="315777" y="487586"/>
                    </a:cubicBezTo>
                    <a:cubicBezTo>
                      <a:pt x="364623" y="473724"/>
                      <a:pt x="408553" y="451852"/>
                      <a:pt x="447999" y="423837"/>
                    </a:cubicBezTo>
                    <a:close/>
                  </a:path>
                </a:pathLst>
              </a:custGeom>
              <a:solidFill>
                <a:srgbClr val="E5785C"/>
              </a:solidFill>
              <a:ln cap="flat">
                <a:noFill/>
                <a:prstDash val="solid"/>
                <a:miter lim="800000"/>
              </a:ln>
            </p:spPr>
            <p:txBody>
              <a:bodyPr vert="horz" lIns="91440" tIns="45720" rIns="91440" bIns="45720" anchor="ctr">
                <a:normAutofit fontScale="85000" lnSpcReduction="20000"/>
              </a:bodyPr>
              <a:lstStyle/>
              <a:p>
                <a:pPr marL="0" algn="l"/>
                <a:endParaRPr/>
              </a:p>
            </p:txBody>
          </p:sp>
          <p:sp>
            <p:nvSpPr>
              <p:cNvPr id="296" name="Freeform 17">
                <a:extLst>
                  <a:ext uri="{FF2B5EF4-FFF2-40B4-BE49-F238E27FC236}">
                    <a16:creationId xmlns:a16="http://schemas.microsoft.com/office/drawing/2014/main" id="{EAC193EA-2BAB-DD3F-4190-C6EAC0DE79D6}"/>
                  </a:ext>
                </a:extLst>
              </p:cNvPr>
              <p:cNvSpPr/>
              <p:nvPr/>
            </p:nvSpPr>
            <p:spPr>
              <a:xfrm>
                <a:off x="5569695" y="1814998"/>
                <a:ext cx="986488" cy="1345460"/>
              </a:xfrm>
              <a:custGeom>
                <a:avLst/>
                <a:gdLst/>
                <a:ahLst/>
                <a:cxnLst/>
                <a:rect l="l" t="t" r="r" b="b"/>
                <a:pathLst>
                  <a:path w="986488" h="1345460">
                    <a:moveTo>
                      <a:pt x="986257" y="580900"/>
                    </a:moveTo>
                    <a:cubicBezTo>
                      <a:pt x="984246" y="481891"/>
                      <a:pt x="969236" y="388164"/>
                      <a:pt x="942640" y="310531"/>
                    </a:cubicBezTo>
                    <a:cubicBezTo>
                      <a:pt x="827897" y="-24409"/>
                      <a:pt x="406914" y="-101527"/>
                      <a:pt x="157587" y="143655"/>
                    </a:cubicBezTo>
                    <a:cubicBezTo>
                      <a:pt x="-120449" y="417079"/>
                      <a:pt x="-3336" y="1059605"/>
                      <a:pt x="296831" y="1281598"/>
                    </a:cubicBezTo>
                    <a:cubicBezTo>
                      <a:pt x="377086" y="1340950"/>
                      <a:pt x="485280" y="1360663"/>
                      <a:pt x="581326" y="1333423"/>
                    </a:cubicBezTo>
                    <a:cubicBezTo>
                      <a:pt x="871938" y="1250999"/>
                      <a:pt x="992532" y="890191"/>
                      <a:pt x="986257" y="580900"/>
                    </a:cubicBezTo>
                    <a:close/>
                  </a:path>
                </a:pathLst>
              </a:custGeom>
              <a:solidFill>
                <a:srgbClr val="F8A17A"/>
              </a:solidFill>
              <a:ln cap="flat">
                <a:noFill/>
                <a:prstDash val="solid"/>
                <a:miter lim="800000"/>
              </a:ln>
            </p:spPr>
            <p:txBody>
              <a:bodyPr vert="horz" lIns="91440" tIns="45720" rIns="91440" bIns="45720" anchor="ctr">
                <a:normAutofit/>
              </a:bodyPr>
              <a:lstStyle/>
              <a:p>
                <a:pPr marL="0" algn="l"/>
                <a:endParaRPr/>
              </a:p>
            </p:txBody>
          </p:sp>
          <p:sp>
            <p:nvSpPr>
              <p:cNvPr id="297" name="Freeform 18">
                <a:extLst>
                  <a:ext uri="{FF2B5EF4-FFF2-40B4-BE49-F238E27FC236}">
                    <a16:creationId xmlns:a16="http://schemas.microsoft.com/office/drawing/2014/main" id="{99F88423-26A2-6F87-2358-1772D9B1245F}"/>
                  </a:ext>
                </a:extLst>
              </p:cNvPr>
              <p:cNvSpPr/>
              <p:nvPr/>
            </p:nvSpPr>
            <p:spPr>
              <a:xfrm>
                <a:off x="5554556" y="1762818"/>
                <a:ext cx="1026457" cy="920545"/>
              </a:xfrm>
              <a:custGeom>
                <a:avLst/>
                <a:gdLst/>
                <a:ahLst/>
                <a:cxnLst/>
                <a:rect l="l" t="t" r="r" b="b"/>
                <a:pathLst>
                  <a:path w="1026457" h="920545">
                    <a:moveTo>
                      <a:pt x="1000929" y="342468"/>
                    </a:moveTo>
                    <a:cubicBezTo>
                      <a:pt x="910566" y="142"/>
                      <a:pt x="496223" y="-107048"/>
                      <a:pt x="229910" y="119566"/>
                    </a:cubicBezTo>
                    <a:cubicBezTo>
                      <a:pt x="187425" y="155720"/>
                      <a:pt x="157965" y="198861"/>
                      <a:pt x="127670" y="244964"/>
                    </a:cubicBezTo>
                    <a:cubicBezTo>
                      <a:pt x="101956" y="284089"/>
                      <a:pt x="66184" y="313694"/>
                      <a:pt x="43513" y="356690"/>
                    </a:cubicBezTo>
                    <a:cubicBezTo>
                      <a:pt x="20218" y="400872"/>
                      <a:pt x="5692" y="449701"/>
                      <a:pt x="870" y="499409"/>
                    </a:cubicBezTo>
                    <a:cubicBezTo>
                      <a:pt x="-3828" y="547818"/>
                      <a:pt x="11980" y="590140"/>
                      <a:pt x="13218" y="636659"/>
                    </a:cubicBezTo>
                    <a:cubicBezTo>
                      <a:pt x="11928" y="588109"/>
                      <a:pt x="33030" y="539417"/>
                      <a:pt x="69338" y="507158"/>
                    </a:cubicBezTo>
                    <a:cubicBezTo>
                      <a:pt x="97572" y="482075"/>
                      <a:pt x="133237" y="467365"/>
                      <a:pt x="166100" y="448754"/>
                    </a:cubicBezTo>
                    <a:cubicBezTo>
                      <a:pt x="198963" y="430143"/>
                      <a:pt x="231093" y="405128"/>
                      <a:pt x="243463" y="369446"/>
                    </a:cubicBezTo>
                    <a:cubicBezTo>
                      <a:pt x="349415" y="508324"/>
                      <a:pt x="513822" y="550857"/>
                      <a:pt x="675568" y="590933"/>
                    </a:cubicBezTo>
                    <a:cubicBezTo>
                      <a:pt x="811288" y="624559"/>
                      <a:pt x="960223" y="710117"/>
                      <a:pt x="963291" y="868609"/>
                    </a:cubicBezTo>
                    <a:cubicBezTo>
                      <a:pt x="963682" y="888712"/>
                      <a:pt x="965066" y="894284"/>
                      <a:pt x="973720" y="920546"/>
                    </a:cubicBezTo>
                    <a:cubicBezTo>
                      <a:pt x="983244" y="896719"/>
                      <a:pt x="986729" y="879261"/>
                      <a:pt x="989609" y="853826"/>
                    </a:cubicBezTo>
                    <a:cubicBezTo>
                      <a:pt x="992532" y="827988"/>
                      <a:pt x="1000029" y="802250"/>
                      <a:pt x="1005086" y="776412"/>
                    </a:cubicBezTo>
                    <a:cubicBezTo>
                      <a:pt x="1015498" y="723263"/>
                      <a:pt x="1022188" y="669359"/>
                      <a:pt x="1024984" y="615266"/>
                    </a:cubicBezTo>
                    <a:cubicBezTo>
                      <a:pt x="1030097" y="516374"/>
                      <a:pt x="1021867" y="421806"/>
                      <a:pt x="1000929" y="342468"/>
                    </a:cubicBezTo>
                    <a:close/>
                  </a:path>
                </a:pathLst>
              </a:custGeom>
              <a:solidFill>
                <a:srgbClr val="E5785C"/>
              </a:solidFill>
              <a:ln cap="flat">
                <a:noFill/>
                <a:prstDash val="solid"/>
                <a:miter lim="800000"/>
              </a:ln>
            </p:spPr>
            <p:txBody>
              <a:bodyPr vert="horz" lIns="91440" tIns="45720" rIns="91440" bIns="45720" anchor="ctr">
                <a:normAutofit/>
              </a:bodyPr>
              <a:lstStyle/>
              <a:p>
                <a:pPr marL="0" algn="l"/>
                <a:endParaRPr/>
              </a:p>
            </p:txBody>
          </p:sp>
          <p:sp>
            <p:nvSpPr>
              <p:cNvPr id="298" name="Freeform 19">
                <a:extLst>
                  <a:ext uri="{FF2B5EF4-FFF2-40B4-BE49-F238E27FC236}">
                    <a16:creationId xmlns:a16="http://schemas.microsoft.com/office/drawing/2014/main" id="{845CC2C1-C1EB-A938-6388-AD0AC52438EF}"/>
                  </a:ext>
                </a:extLst>
              </p:cNvPr>
              <p:cNvSpPr/>
              <p:nvPr/>
            </p:nvSpPr>
            <p:spPr>
              <a:xfrm>
                <a:off x="5407655" y="1703466"/>
                <a:ext cx="1314612" cy="1005931"/>
              </a:xfrm>
              <a:custGeom>
                <a:avLst/>
                <a:gdLst/>
                <a:ahLst/>
                <a:cxnLst/>
                <a:rect l="l" t="t" r="r" b="b"/>
                <a:pathLst>
                  <a:path w="1314612" h="1005931">
                    <a:moveTo>
                      <a:pt x="1224978" y="989507"/>
                    </a:moveTo>
                    <a:cubicBezTo>
                      <a:pt x="1251831" y="969053"/>
                      <a:pt x="1272483" y="938994"/>
                      <a:pt x="1283961" y="907434"/>
                    </a:cubicBezTo>
                    <a:cubicBezTo>
                      <a:pt x="1320150" y="801088"/>
                      <a:pt x="1316241" y="683362"/>
                      <a:pt x="1311830" y="569408"/>
                    </a:cubicBezTo>
                    <a:cubicBezTo>
                      <a:pt x="1309366" y="505860"/>
                      <a:pt x="1306764" y="441399"/>
                      <a:pt x="1289379" y="380834"/>
                    </a:cubicBezTo>
                    <a:cubicBezTo>
                      <a:pt x="1270408" y="314766"/>
                      <a:pt x="1234455" y="256083"/>
                      <a:pt x="1191931" y="205801"/>
                    </a:cubicBezTo>
                    <a:cubicBezTo>
                      <a:pt x="1069156" y="60626"/>
                      <a:pt x="885940" y="-13132"/>
                      <a:pt x="709797" y="1925"/>
                    </a:cubicBezTo>
                    <a:cubicBezTo>
                      <a:pt x="639039" y="7973"/>
                      <a:pt x="587013" y="41873"/>
                      <a:pt x="524883" y="70643"/>
                    </a:cubicBezTo>
                    <a:cubicBezTo>
                      <a:pt x="464224" y="98730"/>
                      <a:pt x="392957" y="114152"/>
                      <a:pt x="329148" y="135193"/>
                    </a:cubicBezTo>
                    <a:cubicBezTo>
                      <a:pt x="255527" y="159471"/>
                      <a:pt x="179759" y="184944"/>
                      <a:pt x="121350" y="235912"/>
                    </a:cubicBezTo>
                    <a:cubicBezTo>
                      <a:pt x="78655" y="273168"/>
                      <a:pt x="47571" y="322327"/>
                      <a:pt x="25346" y="374452"/>
                    </a:cubicBezTo>
                    <a:cubicBezTo>
                      <a:pt x="-1301" y="436950"/>
                      <a:pt x="-3886" y="506460"/>
                      <a:pt x="3727" y="573145"/>
                    </a:cubicBezTo>
                    <a:cubicBezTo>
                      <a:pt x="10002" y="628095"/>
                      <a:pt x="17224" y="686744"/>
                      <a:pt x="41600" y="738029"/>
                    </a:cubicBezTo>
                    <a:cubicBezTo>
                      <a:pt x="64429" y="786065"/>
                      <a:pt x="115242" y="817436"/>
                      <a:pt x="160749" y="841370"/>
                    </a:cubicBezTo>
                    <a:cubicBezTo>
                      <a:pt x="154007" y="837821"/>
                      <a:pt x="159845" y="758556"/>
                      <a:pt x="159665" y="746336"/>
                    </a:cubicBezTo>
                    <a:cubicBezTo>
                      <a:pt x="158631" y="676324"/>
                      <a:pt x="162459" y="604431"/>
                      <a:pt x="184388" y="537424"/>
                    </a:cubicBezTo>
                    <a:cubicBezTo>
                      <a:pt x="205562" y="471921"/>
                      <a:pt x="247486" y="431836"/>
                      <a:pt x="302032" y="391875"/>
                    </a:cubicBezTo>
                    <a:cubicBezTo>
                      <a:pt x="323910" y="375845"/>
                      <a:pt x="345705" y="359390"/>
                      <a:pt x="363986" y="339215"/>
                    </a:cubicBezTo>
                    <a:cubicBezTo>
                      <a:pt x="373129" y="329125"/>
                      <a:pt x="412905" y="282662"/>
                      <a:pt x="406390" y="268290"/>
                    </a:cubicBezTo>
                    <a:cubicBezTo>
                      <a:pt x="437328" y="336531"/>
                      <a:pt x="485792" y="406595"/>
                      <a:pt x="546392" y="451334"/>
                    </a:cubicBezTo>
                    <a:cubicBezTo>
                      <a:pt x="661576" y="536365"/>
                      <a:pt x="789778" y="596415"/>
                      <a:pt x="919835" y="647049"/>
                    </a:cubicBezTo>
                    <a:cubicBezTo>
                      <a:pt x="929419" y="650778"/>
                      <a:pt x="939063" y="654494"/>
                      <a:pt x="948669" y="658347"/>
                    </a:cubicBezTo>
                    <a:cubicBezTo>
                      <a:pt x="984421" y="672698"/>
                      <a:pt x="1019632" y="689045"/>
                      <a:pt x="1049019" y="715783"/>
                    </a:cubicBezTo>
                    <a:cubicBezTo>
                      <a:pt x="1114603" y="775452"/>
                      <a:pt x="1119356" y="867191"/>
                      <a:pt x="1116917" y="949890"/>
                    </a:cubicBezTo>
                    <a:cubicBezTo>
                      <a:pt x="1116651" y="958951"/>
                      <a:pt x="1116476" y="968235"/>
                      <a:pt x="1119378" y="976829"/>
                    </a:cubicBezTo>
                    <a:cubicBezTo>
                      <a:pt x="1133068" y="1017407"/>
                      <a:pt x="1198682" y="1009537"/>
                      <a:pt x="1224978" y="989507"/>
                    </a:cubicBezTo>
                    <a:close/>
                  </a:path>
                </a:pathLst>
              </a:custGeom>
              <a:solidFill>
                <a:srgbClr val="0B2D4E"/>
              </a:solidFill>
              <a:ln cap="flat">
                <a:noFill/>
                <a:prstDash val="solid"/>
                <a:miter lim="800000"/>
              </a:ln>
            </p:spPr>
            <p:txBody>
              <a:bodyPr vert="horz" lIns="91440" tIns="45720" rIns="91440" bIns="45720" anchor="ctr">
                <a:normAutofit/>
              </a:bodyPr>
              <a:lstStyle/>
              <a:p>
                <a:pPr marL="0" algn="l"/>
                <a:endParaRPr/>
              </a:p>
            </p:txBody>
          </p:sp>
        </p:grpSp>
        <p:sp>
          <p:nvSpPr>
            <p:cNvPr id="165" name="Freeform 20">
              <a:extLst>
                <a:ext uri="{FF2B5EF4-FFF2-40B4-BE49-F238E27FC236}">
                  <a16:creationId xmlns:a16="http://schemas.microsoft.com/office/drawing/2014/main" id="{330A4F85-D995-DD83-CAAA-F4D49FD7A35C}"/>
                </a:ext>
              </a:extLst>
            </p:cNvPr>
            <p:cNvSpPr/>
            <p:nvPr/>
          </p:nvSpPr>
          <p:spPr>
            <a:xfrm>
              <a:off x="1152366" y="2793256"/>
              <a:ext cx="4006635" cy="135892"/>
            </a:xfrm>
            <a:custGeom>
              <a:avLst/>
              <a:gdLst/>
              <a:ahLst/>
              <a:cxnLst/>
              <a:rect l="l" t="t" r="r" b="b"/>
              <a:pathLst>
                <a:path w="9128855" h="309621">
                  <a:moveTo>
                    <a:pt x="8966467" y="309622"/>
                  </a:moveTo>
                  <a:lnTo>
                    <a:pt x="162393" y="309622"/>
                  </a:lnTo>
                  <a:cubicBezTo>
                    <a:pt x="72708" y="309622"/>
                    <a:pt x="0" y="240313"/>
                    <a:pt x="0" y="154811"/>
                  </a:cubicBezTo>
                  <a:lnTo>
                    <a:pt x="0" y="154811"/>
                  </a:lnTo>
                  <a:cubicBezTo>
                    <a:pt x="0" y="69313"/>
                    <a:pt x="72703" y="0"/>
                    <a:pt x="162393" y="0"/>
                  </a:cubicBezTo>
                  <a:lnTo>
                    <a:pt x="8966467" y="0"/>
                  </a:lnTo>
                  <a:cubicBezTo>
                    <a:pt x="9056153" y="0"/>
                    <a:pt x="9128856" y="69309"/>
                    <a:pt x="9128856" y="154811"/>
                  </a:cubicBezTo>
                  <a:lnTo>
                    <a:pt x="9128856" y="154811"/>
                  </a:lnTo>
                  <a:cubicBezTo>
                    <a:pt x="9128856" y="240309"/>
                    <a:pt x="9056153" y="309622"/>
                    <a:pt x="8966467" y="309622"/>
                  </a:cubicBezTo>
                  <a:close/>
                </a:path>
              </a:pathLst>
            </a:custGeom>
            <a:solidFill>
              <a:srgbClr val="DBCDFE"/>
            </a:solidFill>
            <a:ln cap="flat">
              <a:noFill/>
              <a:prstDash val="solid"/>
              <a:miter lim="800000"/>
            </a:ln>
          </p:spPr>
          <p:txBody>
            <a:bodyPr vert="horz" lIns="91440" tIns="45720" rIns="91440" bIns="45720" anchor="ctr">
              <a:normAutofit fontScale="40000" lnSpcReduction="20000"/>
            </a:bodyPr>
            <a:lstStyle/>
            <a:p>
              <a:pPr marL="0" algn="l"/>
              <a:endParaRPr/>
            </a:p>
          </p:txBody>
        </p:sp>
        <p:grpSp>
          <p:nvGrpSpPr>
            <p:cNvPr id="166" name="Group 21">
              <a:extLst>
                <a:ext uri="{FF2B5EF4-FFF2-40B4-BE49-F238E27FC236}">
                  <a16:creationId xmlns:a16="http://schemas.microsoft.com/office/drawing/2014/main" id="{CF2F9DA2-21DC-02C1-ACCC-8E610A518D23}"/>
                </a:ext>
              </a:extLst>
            </p:cNvPr>
            <p:cNvGrpSpPr/>
            <p:nvPr/>
          </p:nvGrpSpPr>
          <p:grpSpPr>
            <a:xfrm>
              <a:off x="2604960" y="1993824"/>
              <a:ext cx="1114359" cy="801739"/>
              <a:chOff x="4780587" y="3588045"/>
              <a:chExt cx="2538994" cy="1826709"/>
            </a:xfrm>
          </p:grpSpPr>
          <p:sp>
            <p:nvSpPr>
              <p:cNvPr id="281" name="Freeform 22">
                <a:extLst>
                  <a:ext uri="{FF2B5EF4-FFF2-40B4-BE49-F238E27FC236}">
                    <a16:creationId xmlns:a16="http://schemas.microsoft.com/office/drawing/2014/main" id="{3FC1429F-4017-475F-EED9-8A12E00FD52B}"/>
                  </a:ext>
                </a:extLst>
              </p:cNvPr>
              <p:cNvSpPr/>
              <p:nvPr/>
            </p:nvSpPr>
            <p:spPr>
              <a:xfrm>
                <a:off x="4800201" y="3588045"/>
                <a:ext cx="2499767" cy="1681941"/>
              </a:xfrm>
              <a:custGeom>
                <a:avLst/>
                <a:gdLst/>
                <a:ahLst/>
                <a:cxnLst/>
                <a:rect l="l" t="t" r="r" b="b"/>
                <a:pathLst>
                  <a:path w="2499767" h="1681941">
                    <a:moveTo>
                      <a:pt x="2342903" y="1681942"/>
                    </a:moveTo>
                    <a:lnTo>
                      <a:pt x="156855" y="1681942"/>
                    </a:lnTo>
                    <a:lnTo>
                      <a:pt x="236" y="54465"/>
                    </a:lnTo>
                    <a:cubicBezTo>
                      <a:pt x="-2571" y="25285"/>
                      <a:pt x="20004" y="0"/>
                      <a:pt x="48877" y="0"/>
                    </a:cubicBezTo>
                    <a:lnTo>
                      <a:pt x="2450891" y="0"/>
                    </a:lnTo>
                    <a:cubicBezTo>
                      <a:pt x="2479759" y="0"/>
                      <a:pt x="2502339" y="25285"/>
                      <a:pt x="2499531" y="54470"/>
                    </a:cubicBezTo>
                    <a:lnTo>
                      <a:pt x="2342903" y="1681942"/>
                    </a:lnTo>
                    <a:close/>
                  </a:path>
                </a:pathLst>
              </a:custGeom>
              <a:solidFill>
                <a:srgbClr val="B8D1CE"/>
              </a:solidFill>
              <a:ln cap="flat">
                <a:noFill/>
                <a:prstDash val="solid"/>
                <a:miter lim="800000"/>
              </a:ln>
            </p:spPr>
            <p:txBody>
              <a:bodyPr vert="horz" lIns="91440" tIns="45720" rIns="91440" bIns="45720" anchor="ctr">
                <a:normAutofit/>
              </a:bodyPr>
              <a:lstStyle/>
              <a:p>
                <a:pPr marL="0" algn="l"/>
                <a:endParaRPr/>
              </a:p>
            </p:txBody>
          </p:sp>
          <p:sp>
            <p:nvSpPr>
              <p:cNvPr id="282" name="Freeform 23">
                <a:extLst>
                  <a:ext uri="{FF2B5EF4-FFF2-40B4-BE49-F238E27FC236}">
                    <a16:creationId xmlns:a16="http://schemas.microsoft.com/office/drawing/2014/main" id="{8E996553-6375-5610-1432-C99399BC269E}"/>
                  </a:ext>
                </a:extLst>
              </p:cNvPr>
              <p:cNvSpPr/>
              <p:nvPr/>
            </p:nvSpPr>
            <p:spPr>
              <a:xfrm>
                <a:off x="4780587" y="3634062"/>
                <a:ext cx="2538994" cy="1681937"/>
              </a:xfrm>
              <a:custGeom>
                <a:avLst/>
                <a:gdLst/>
                <a:ahLst/>
                <a:cxnLst/>
                <a:rect l="l" t="t" r="r" b="b"/>
                <a:pathLst>
                  <a:path w="2538994" h="1681937">
                    <a:moveTo>
                      <a:pt x="2379671" y="1681937"/>
                    </a:moveTo>
                    <a:lnTo>
                      <a:pt x="159316" y="1681937"/>
                    </a:lnTo>
                    <a:lnTo>
                      <a:pt x="240" y="54466"/>
                    </a:lnTo>
                    <a:cubicBezTo>
                      <a:pt x="-2614" y="25280"/>
                      <a:pt x="20322" y="0"/>
                      <a:pt x="49644" y="0"/>
                    </a:cubicBezTo>
                    <a:lnTo>
                      <a:pt x="2489352" y="0"/>
                    </a:lnTo>
                    <a:cubicBezTo>
                      <a:pt x="2518674" y="0"/>
                      <a:pt x="2541605" y="25280"/>
                      <a:pt x="2538755" y="54466"/>
                    </a:cubicBezTo>
                    <a:lnTo>
                      <a:pt x="2379671" y="1681937"/>
                    </a:lnTo>
                    <a:close/>
                  </a:path>
                </a:pathLst>
              </a:custGeom>
              <a:solidFill>
                <a:srgbClr val="FFFFFF"/>
              </a:solidFill>
              <a:ln cap="flat">
                <a:noFill/>
                <a:prstDash val="solid"/>
                <a:miter lim="800000"/>
              </a:ln>
            </p:spPr>
            <p:txBody>
              <a:bodyPr vert="horz" lIns="91440" tIns="45720" rIns="91440" bIns="45720" anchor="ctr">
                <a:normAutofit/>
              </a:bodyPr>
              <a:lstStyle/>
              <a:p>
                <a:pPr marL="0" algn="l"/>
                <a:endParaRPr/>
              </a:p>
            </p:txBody>
          </p:sp>
          <p:sp>
            <p:nvSpPr>
              <p:cNvPr id="283" name="Freeform 24">
                <a:extLst>
                  <a:ext uri="{FF2B5EF4-FFF2-40B4-BE49-F238E27FC236}">
                    <a16:creationId xmlns:a16="http://schemas.microsoft.com/office/drawing/2014/main" id="{C44CA45D-42D3-B06F-C03C-62FA043CBA94}"/>
                  </a:ext>
                </a:extLst>
              </p:cNvPr>
              <p:cNvSpPr/>
              <p:nvPr/>
            </p:nvSpPr>
            <p:spPr>
              <a:xfrm>
                <a:off x="4939903" y="5316000"/>
                <a:ext cx="2219025" cy="98755"/>
              </a:xfrm>
              <a:custGeom>
                <a:avLst/>
                <a:gdLst/>
                <a:ahLst/>
                <a:cxnLst/>
                <a:rect l="l" t="t" r="r" b="b"/>
                <a:pathLst>
                  <a:path w="2219025" h="98755">
                    <a:moveTo>
                      <a:pt x="0" y="0"/>
                    </a:moveTo>
                    <a:lnTo>
                      <a:pt x="2219026" y="0"/>
                    </a:lnTo>
                    <a:lnTo>
                      <a:pt x="2219026" y="98755"/>
                    </a:lnTo>
                    <a:lnTo>
                      <a:pt x="0" y="98755"/>
                    </a:lnTo>
                    <a:close/>
                  </a:path>
                </a:pathLst>
              </a:custGeom>
              <a:solidFill>
                <a:srgbClr val="B8D1CE"/>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284" name="Freeform 25">
                <a:extLst>
                  <a:ext uri="{FF2B5EF4-FFF2-40B4-BE49-F238E27FC236}">
                    <a16:creationId xmlns:a16="http://schemas.microsoft.com/office/drawing/2014/main" id="{796888F1-0693-449F-0AAA-41A48A54BFC9}"/>
                  </a:ext>
                </a:extLst>
              </p:cNvPr>
              <p:cNvSpPr/>
              <p:nvPr/>
            </p:nvSpPr>
            <p:spPr>
              <a:xfrm>
                <a:off x="5896131" y="4321079"/>
                <a:ext cx="307906" cy="307903"/>
              </a:xfrm>
              <a:custGeom>
                <a:avLst/>
                <a:gdLst/>
                <a:ahLst/>
                <a:cxnLst/>
                <a:rect l="l" t="t" r="r" b="b"/>
                <a:pathLst>
                  <a:path w="307906" h="307903">
                    <a:moveTo>
                      <a:pt x="307907" y="153953"/>
                    </a:moveTo>
                    <a:cubicBezTo>
                      <a:pt x="307907" y="238980"/>
                      <a:pt x="238980" y="307903"/>
                      <a:pt x="153953" y="307903"/>
                    </a:cubicBezTo>
                    <a:cubicBezTo>
                      <a:pt x="68927" y="307903"/>
                      <a:pt x="0" y="238976"/>
                      <a:pt x="0" y="153953"/>
                    </a:cubicBezTo>
                    <a:cubicBezTo>
                      <a:pt x="0" y="68927"/>
                      <a:pt x="68927" y="0"/>
                      <a:pt x="153953" y="0"/>
                    </a:cubicBezTo>
                    <a:cubicBezTo>
                      <a:pt x="238980" y="0"/>
                      <a:pt x="307907" y="68927"/>
                      <a:pt x="307907" y="153953"/>
                    </a:cubicBezTo>
                    <a:close/>
                  </a:path>
                </a:pathLst>
              </a:custGeom>
              <a:solidFill>
                <a:srgbClr val="B8D1CE"/>
              </a:solidFill>
              <a:ln cap="flat">
                <a:noFill/>
                <a:prstDash val="solid"/>
                <a:miter lim="800000"/>
              </a:ln>
            </p:spPr>
            <p:txBody>
              <a:bodyPr vert="horz" lIns="91440" tIns="45720" rIns="91440" bIns="45720" anchor="ctr">
                <a:normAutofit fontScale="32500" lnSpcReduction="20000"/>
              </a:bodyPr>
              <a:lstStyle/>
              <a:p>
                <a:pPr marL="0" algn="l"/>
                <a:endParaRPr/>
              </a:p>
            </p:txBody>
          </p:sp>
        </p:grpSp>
        <p:grpSp>
          <p:nvGrpSpPr>
            <p:cNvPr id="167" name="Group 26">
              <a:extLst>
                <a:ext uri="{FF2B5EF4-FFF2-40B4-BE49-F238E27FC236}">
                  <a16:creationId xmlns:a16="http://schemas.microsoft.com/office/drawing/2014/main" id="{0CCE02B9-8407-C044-2821-117D22B2AA7E}"/>
                </a:ext>
              </a:extLst>
            </p:cNvPr>
            <p:cNvGrpSpPr/>
            <p:nvPr/>
          </p:nvGrpSpPr>
          <p:grpSpPr>
            <a:xfrm>
              <a:off x="1275308" y="1015025"/>
              <a:ext cx="1129612" cy="1777304"/>
              <a:chOff x="1751062" y="1357917"/>
              <a:chExt cx="2573746" cy="4049469"/>
            </a:xfrm>
          </p:grpSpPr>
          <p:sp>
            <p:nvSpPr>
              <p:cNvPr id="260" name="Freeform 27">
                <a:extLst>
                  <a:ext uri="{FF2B5EF4-FFF2-40B4-BE49-F238E27FC236}">
                    <a16:creationId xmlns:a16="http://schemas.microsoft.com/office/drawing/2014/main" id="{3C5EE854-0985-563E-B0D2-26BB14EF4A42}"/>
                  </a:ext>
                </a:extLst>
              </p:cNvPr>
              <p:cNvSpPr/>
              <p:nvPr/>
            </p:nvSpPr>
            <p:spPr>
              <a:xfrm rot="-803821">
                <a:off x="2043421" y="3084254"/>
                <a:ext cx="58739" cy="2243099"/>
              </a:xfrm>
              <a:custGeom>
                <a:avLst/>
                <a:gdLst/>
                <a:ahLst/>
                <a:cxnLst/>
                <a:rect l="l" t="t" r="r" b="b"/>
                <a:pathLst>
                  <a:path w="58739" h="2243099">
                    <a:moveTo>
                      <a:pt x="0" y="0"/>
                    </a:moveTo>
                    <a:lnTo>
                      <a:pt x="58740" y="0"/>
                    </a:lnTo>
                    <a:lnTo>
                      <a:pt x="58740" y="2243100"/>
                    </a:lnTo>
                    <a:lnTo>
                      <a:pt x="0" y="2243100"/>
                    </a:lnTo>
                    <a:close/>
                  </a:path>
                </a:pathLst>
              </a:custGeom>
              <a:solidFill>
                <a:srgbClr val="9B87FF"/>
              </a:solidFill>
              <a:ln cap="flat">
                <a:noFill/>
                <a:prstDash val="solid"/>
                <a:miter lim="800000"/>
              </a:ln>
            </p:spPr>
            <p:txBody>
              <a:bodyPr vert="horz" lIns="91440" tIns="45720" rIns="91440" bIns="45720" anchor="ctr">
                <a:normAutofit/>
              </a:bodyPr>
              <a:lstStyle/>
              <a:p>
                <a:pPr marL="0" algn="l"/>
                <a:endParaRPr/>
              </a:p>
            </p:txBody>
          </p:sp>
          <p:sp>
            <p:nvSpPr>
              <p:cNvPr id="261" name="Freeform 28">
                <a:extLst>
                  <a:ext uri="{FF2B5EF4-FFF2-40B4-BE49-F238E27FC236}">
                    <a16:creationId xmlns:a16="http://schemas.microsoft.com/office/drawing/2014/main" id="{C1EAF26A-3612-0825-13F1-7DFDA4479C34}"/>
                  </a:ext>
                </a:extLst>
              </p:cNvPr>
              <p:cNvSpPr/>
              <p:nvPr/>
            </p:nvSpPr>
            <p:spPr>
              <a:xfrm rot="-803821">
                <a:off x="2165936" y="3059506"/>
                <a:ext cx="58739" cy="2300784"/>
              </a:xfrm>
              <a:custGeom>
                <a:avLst/>
                <a:gdLst/>
                <a:ahLst/>
                <a:cxnLst/>
                <a:rect l="l" t="t" r="r" b="b"/>
                <a:pathLst>
                  <a:path w="58739" h="2300784">
                    <a:moveTo>
                      <a:pt x="0" y="0"/>
                    </a:moveTo>
                    <a:lnTo>
                      <a:pt x="58739" y="0"/>
                    </a:lnTo>
                    <a:lnTo>
                      <a:pt x="58739" y="2300785"/>
                    </a:lnTo>
                    <a:lnTo>
                      <a:pt x="0" y="2300785"/>
                    </a:lnTo>
                    <a:close/>
                  </a:path>
                </a:pathLst>
              </a:custGeom>
              <a:solidFill>
                <a:srgbClr val="9B87FF"/>
              </a:solidFill>
              <a:ln cap="flat">
                <a:noFill/>
                <a:prstDash val="solid"/>
                <a:miter lim="800000"/>
              </a:ln>
            </p:spPr>
            <p:txBody>
              <a:bodyPr vert="horz" lIns="91440" tIns="45720" rIns="91440" bIns="45720" anchor="ctr">
                <a:normAutofit/>
              </a:bodyPr>
              <a:lstStyle/>
              <a:p>
                <a:pPr marL="0" algn="l"/>
                <a:endParaRPr/>
              </a:p>
            </p:txBody>
          </p:sp>
          <p:sp>
            <p:nvSpPr>
              <p:cNvPr id="262" name="Freeform 29">
                <a:extLst>
                  <a:ext uri="{FF2B5EF4-FFF2-40B4-BE49-F238E27FC236}">
                    <a16:creationId xmlns:a16="http://schemas.microsoft.com/office/drawing/2014/main" id="{F0DAEFF4-ACDA-035C-768B-4549694246B6}"/>
                  </a:ext>
                </a:extLst>
              </p:cNvPr>
              <p:cNvSpPr/>
              <p:nvPr/>
            </p:nvSpPr>
            <p:spPr>
              <a:xfrm rot="2871441">
                <a:off x="2495592" y="1638718"/>
                <a:ext cx="58740" cy="1570608"/>
              </a:xfrm>
              <a:custGeom>
                <a:avLst/>
                <a:gdLst/>
                <a:ahLst/>
                <a:cxnLst/>
                <a:rect l="l" t="t" r="r" b="b"/>
                <a:pathLst>
                  <a:path w="58740" h="1570608">
                    <a:moveTo>
                      <a:pt x="0" y="0"/>
                    </a:moveTo>
                    <a:lnTo>
                      <a:pt x="58741" y="0"/>
                    </a:lnTo>
                    <a:lnTo>
                      <a:pt x="58741" y="1570609"/>
                    </a:lnTo>
                    <a:lnTo>
                      <a:pt x="0" y="1570609"/>
                    </a:lnTo>
                    <a:close/>
                  </a:path>
                </a:pathLst>
              </a:custGeom>
              <a:solidFill>
                <a:srgbClr val="9B87FF"/>
              </a:solidFill>
              <a:ln cap="flat">
                <a:noFill/>
                <a:prstDash val="solid"/>
                <a:miter lim="800000"/>
              </a:ln>
            </p:spPr>
            <p:txBody>
              <a:bodyPr vert="horz" lIns="91440" tIns="45720" rIns="91440" bIns="45720" anchor="ctr">
                <a:normAutofit/>
              </a:bodyPr>
              <a:lstStyle/>
              <a:p>
                <a:pPr marL="0" algn="l"/>
                <a:endParaRPr/>
              </a:p>
            </p:txBody>
          </p:sp>
          <p:sp>
            <p:nvSpPr>
              <p:cNvPr id="263" name="Freeform 30">
                <a:extLst>
                  <a:ext uri="{FF2B5EF4-FFF2-40B4-BE49-F238E27FC236}">
                    <a16:creationId xmlns:a16="http://schemas.microsoft.com/office/drawing/2014/main" id="{F3CA794F-CF4E-30D8-0D58-C1A522AC85A8}"/>
                  </a:ext>
                </a:extLst>
              </p:cNvPr>
              <p:cNvSpPr/>
              <p:nvPr/>
            </p:nvSpPr>
            <p:spPr>
              <a:xfrm rot="2871441">
                <a:off x="2529489" y="1767456"/>
                <a:ext cx="58740" cy="1570608"/>
              </a:xfrm>
              <a:custGeom>
                <a:avLst/>
                <a:gdLst/>
                <a:ahLst/>
                <a:cxnLst/>
                <a:rect l="l" t="t" r="r" b="b"/>
                <a:pathLst>
                  <a:path w="58740" h="1570608">
                    <a:moveTo>
                      <a:pt x="0" y="0"/>
                    </a:moveTo>
                    <a:lnTo>
                      <a:pt x="58741" y="0"/>
                    </a:lnTo>
                    <a:lnTo>
                      <a:pt x="58741" y="1570609"/>
                    </a:lnTo>
                    <a:lnTo>
                      <a:pt x="0" y="1570609"/>
                    </a:lnTo>
                    <a:close/>
                  </a:path>
                </a:pathLst>
              </a:custGeom>
              <a:solidFill>
                <a:srgbClr val="9B87FF"/>
              </a:solidFill>
              <a:ln cap="flat">
                <a:noFill/>
                <a:prstDash val="solid"/>
                <a:miter lim="800000"/>
              </a:ln>
            </p:spPr>
            <p:txBody>
              <a:bodyPr vert="horz" lIns="91440" tIns="45720" rIns="91440" bIns="45720" anchor="ctr">
                <a:normAutofit/>
              </a:bodyPr>
              <a:lstStyle/>
              <a:p>
                <a:pPr marL="0" algn="l"/>
                <a:endParaRPr/>
              </a:p>
            </p:txBody>
          </p:sp>
          <p:sp>
            <p:nvSpPr>
              <p:cNvPr id="264" name="Freeform 31">
                <a:extLst>
                  <a:ext uri="{FF2B5EF4-FFF2-40B4-BE49-F238E27FC236}">
                    <a16:creationId xmlns:a16="http://schemas.microsoft.com/office/drawing/2014/main" id="{8055E9F4-E68F-4AFC-DCF1-97CE287DFF65}"/>
                  </a:ext>
                </a:extLst>
              </p:cNvPr>
              <p:cNvSpPr/>
              <p:nvPr/>
            </p:nvSpPr>
            <p:spPr>
              <a:xfrm>
                <a:off x="2222124" y="5315820"/>
                <a:ext cx="1181834" cy="91567"/>
              </a:xfrm>
              <a:custGeom>
                <a:avLst/>
                <a:gdLst/>
                <a:ahLst/>
                <a:cxnLst/>
                <a:rect l="l" t="t" r="r" b="b"/>
                <a:pathLst>
                  <a:path w="1181834" h="91567">
                    <a:moveTo>
                      <a:pt x="0" y="0"/>
                    </a:moveTo>
                    <a:lnTo>
                      <a:pt x="1181835" y="0"/>
                    </a:lnTo>
                    <a:lnTo>
                      <a:pt x="1181835" y="91567"/>
                    </a:lnTo>
                    <a:lnTo>
                      <a:pt x="0" y="91567"/>
                    </a:lnTo>
                    <a:close/>
                  </a:path>
                </a:pathLst>
              </a:custGeom>
              <a:solidFill>
                <a:srgbClr val="8070F2"/>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265" name="Freeform 32">
                <a:extLst>
                  <a:ext uri="{FF2B5EF4-FFF2-40B4-BE49-F238E27FC236}">
                    <a16:creationId xmlns:a16="http://schemas.microsoft.com/office/drawing/2014/main" id="{D93C30AB-19F9-49A9-3CC8-FF565ABE79AC}"/>
                  </a:ext>
                </a:extLst>
              </p:cNvPr>
              <p:cNvSpPr/>
              <p:nvPr/>
            </p:nvSpPr>
            <p:spPr>
              <a:xfrm>
                <a:off x="2222125" y="5132686"/>
                <a:ext cx="1181834" cy="183134"/>
              </a:xfrm>
              <a:custGeom>
                <a:avLst/>
                <a:gdLst/>
                <a:ahLst/>
                <a:cxnLst/>
                <a:rect l="l" t="t" r="r" b="b"/>
                <a:pathLst>
                  <a:path w="1181834" h="183134">
                    <a:moveTo>
                      <a:pt x="1013226" y="0"/>
                    </a:moveTo>
                    <a:lnTo>
                      <a:pt x="168608" y="0"/>
                    </a:lnTo>
                    <a:cubicBezTo>
                      <a:pt x="75489" y="0"/>
                      <a:pt x="0" y="75489"/>
                      <a:pt x="0" y="168608"/>
                    </a:cubicBezTo>
                    <a:lnTo>
                      <a:pt x="0" y="183134"/>
                    </a:lnTo>
                    <a:lnTo>
                      <a:pt x="1181835" y="183134"/>
                    </a:lnTo>
                    <a:lnTo>
                      <a:pt x="1181835" y="168608"/>
                    </a:lnTo>
                    <a:cubicBezTo>
                      <a:pt x="1181835" y="75489"/>
                      <a:pt x="1106345" y="0"/>
                      <a:pt x="1013226" y="0"/>
                    </a:cubicBezTo>
                    <a:close/>
                  </a:path>
                </a:pathLst>
              </a:custGeom>
              <a:solidFill>
                <a:srgbClr val="9B87FF"/>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266" name="Freeform 33">
                <a:extLst>
                  <a:ext uri="{FF2B5EF4-FFF2-40B4-BE49-F238E27FC236}">
                    <a16:creationId xmlns:a16="http://schemas.microsoft.com/office/drawing/2014/main" id="{18DB4A60-E7FF-C8B8-2B70-AE31D68C2B75}"/>
                  </a:ext>
                </a:extLst>
              </p:cNvPr>
              <p:cNvSpPr/>
              <p:nvPr/>
            </p:nvSpPr>
            <p:spPr>
              <a:xfrm rot="3599956">
                <a:off x="3281713" y="1723738"/>
                <a:ext cx="58737" cy="404073"/>
              </a:xfrm>
              <a:custGeom>
                <a:avLst/>
                <a:gdLst/>
                <a:ahLst/>
                <a:cxnLst/>
                <a:rect l="l" t="t" r="r" b="b"/>
                <a:pathLst>
                  <a:path w="58737" h="404073">
                    <a:moveTo>
                      <a:pt x="0" y="0"/>
                    </a:moveTo>
                    <a:lnTo>
                      <a:pt x="58737" y="0"/>
                    </a:lnTo>
                    <a:lnTo>
                      <a:pt x="58737" y="404073"/>
                    </a:lnTo>
                    <a:lnTo>
                      <a:pt x="0" y="404073"/>
                    </a:lnTo>
                    <a:close/>
                  </a:path>
                </a:pathLst>
              </a:custGeom>
              <a:solidFill>
                <a:srgbClr val="9B87FF"/>
              </a:solidFill>
              <a:ln cap="flat">
                <a:noFill/>
                <a:prstDash val="solid"/>
                <a:miter lim="800000"/>
              </a:ln>
            </p:spPr>
            <p:txBody>
              <a:bodyPr vert="horz" lIns="91440" tIns="45720" rIns="91440" bIns="45720" anchor="ctr">
                <a:normAutofit fontScale="62500" lnSpcReduction="20000"/>
              </a:bodyPr>
              <a:lstStyle/>
              <a:p>
                <a:pPr marL="0" algn="l"/>
                <a:endParaRPr/>
              </a:p>
            </p:txBody>
          </p:sp>
          <p:sp>
            <p:nvSpPr>
              <p:cNvPr id="267" name="Freeform 34">
                <a:extLst>
                  <a:ext uri="{FF2B5EF4-FFF2-40B4-BE49-F238E27FC236}">
                    <a16:creationId xmlns:a16="http://schemas.microsoft.com/office/drawing/2014/main" id="{A17EB3B0-BAD0-74EB-BBD1-4BD386024EFC}"/>
                  </a:ext>
                </a:extLst>
              </p:cNvPr>
              <p:cNvSpPr/>
              <p:nvPr/>
            </p:nvSpPr>
            <p:spPr>
              <a:xfrm>
                <a:off x="1751062" y="2878015"/>
                <a:ext cx="340657" cy="353274"/>
              </a:xfrm>
              <a:custGeom>
                <a:avLst/>
                <a:gdLst/>
                <a:ahLst/>
                <a:cxnLst/>
                <a:rect l="l" t="t" r="r" b="b"/>
                <a:pathLst>
                  <a:path w="340657" h="353274">
                    <a:moveTo>
                      <a:pt x="332796" y="220720"/>
                    </a:moveTo>
                    <a:lnTo>
                      <a:pt x="249836" y="335939"/>
                    </a:lnTo>
                    <a:cubicBezTo>
                      <a:pt x="237804" y="352651"/>
                      <a:pt x="215375" y="358073"/>
                      <a:pt x="197034" y="348708"/>
                    </a:cubicBezTo>
                    <a:lnTo>
                      <a:pt x="22738" y="259682"/>
                    </a:lnTo>
                    <a:cubicBezTo>
                      <a:pt x="-134" y="247998"/>
                      <a:pt x="-7107" y="218616"/>
                      <a:pt x="8074" y="197905"/>
                    </a:cubicBezTo>
                    <a:lnTo>
                      <a:pt x="140627" y="17046"/>
                    </a:lnTo>
                    <a:cubicBezTo>
                      <a:pt x="156811" y="-5036"/>
                      <a:pt x="189528" y="-5791"/>
                      <a:pt x="206716" y="15525"/>
                    </a:cubicBezTo>
                    <a:lnTo>
                      <a:pt x="331420" y="170190"/>
                    </a:lnTo>
                    <a:cubicBezTo>
                      <a:pt x="343203" y="184802"/>
                      <a:pt x="343769" y="205487"/>
                      <a:pt x="332796" y="220720"/>
                    </a:cubicBezTo>
                    <a:close/>
                  </a:path>
                </a:pathLst>
              </a:custGeom>
              <a:solidFill>
                <a:srgbClr val="8070F2"/>
              </a:solidFill>
              <a:ln cap="flat">
                <a:noFill/>
                <a:prstDash val="solid"/>
                <a:miter lim="800000"/>
              </a:ln>
            </p:spPr>
            <p:txBody>
              <a:bodyPr vert="horz" lIns="91440" tIns="45720" rIns="91440" bIns="45720" anchor="ctr">
                <a:normAutofit fontScale="47500" lnSpcReduction="20000"/>
              </a:bodyPr>
              <a:lstStyle/>
              <a:p>
                <a:pPr marL="0" algn="l"/>
                <a:endParaRPr/>
              </a:p>
            </p:txBody>
          </p:sp>
          <p:sp>
            <p:nvSpPr>
              <p:cNvPr id="268" name="Freeform 35">
                <a:extLst>
                  <a:ext uri="{FF2B5EF4-FFF2-40B4-BE49-F238E27FC236}">
                    <a16:creationId xmlns:a16="http://schemas.microsoft.com/office/drawing/2014/main" id="{636C7C41-C6B3-9DFD-9E63-F25CA7799B12}"/>
                  </a:ext>
                </a:extLst>
              </p:cNvPr>
              <p:cNvSpPr/>
              <p:nvPr/>
            </p:nvSpPr>
            <p:spPr>
              <a:xfrm>
                <a:off x="1772715" y="3077248"/>
                <a:ext cx="38216" cy="38216"/>
              </a:xfrm>
              <a:custGeom>
                <a:avLst/>
                <a:gdLst/>
                <a:ahLst/>
                <a:cxnLst/>
                <a:rect l="l" t="t" r="r" b="b"/>
                <a:pathLst>
                  <a:path w="38216" h="38216">
                    <a:moveTo>
                      <a:pt x="38216" y="19108"/>
                    </a:moveTo>
                    <a:cubicBezTo>
                      <a:pt x="38216" y="29661"/>
                      <a:pt x="29661" y="38216"/>
                      <a:pt x="19108" y="38216"/>
                    </a:cubicBezTo>
                    <a:cubicBezTo>
                      <a:pt x="8555" y="38216"/>
                      <a:pt x="0" y="29661"/>
                      <a:pt x="0" y="19108"/>
                    </a:cubicBezTo>
                    <a:cubicBezTo>
                      <a:pt x="0" y="8555"/>
                      <a:pt x="8555" y="0"/>
                      <a:pt x="19108" y="0"/>
                    </a:cubicBezTo>
                    <a:cubicBezTo>
                      <a:pt x="29661" y="0"/>
                      <a:pt x="38216" y="8555"/>
                      <a:pt x="38216" y="19108"/>
                    </a:cubicBezTo>
                    <a:close/>
                  </a:path>
                </a:pathLst>
              </a:custGeom>
              <a:solidFill>
                <a:srgbClr val="FFFFFF"/>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269" name="Freeform 36">
                <a:extLst>
                  <a:ext uri="{FF2B5EF4-FFF2-40B4-BE49-F238E27FC236}">
                    <a16:creationId xmlns:a16="http://schemas.microsoft.com/office/drawing/2014/main" id="{5028B3CA-EED9-E875-6817-4635D161DCB8}"/>
                  </a:ext>
                </a:extLst>
              </p:cNvPr>
              <p:cNvSpPr/>
              <p:nvPr/>
            </p:nvSpPr>
            <p:spPr>
              <a:xfrm>
                <a:off x="1950788" y="3168455"/>
                <a:ext cx="38216" cy="38216"/>
              </a:xfrm>
              <a:custGeom>
                <a:avLst/>
                <a:gdLst/>
                <a:ahLst/>
                <a:cxnLst/>
                <a:rect l="l" t="t" r="r" b="b"/>
                <a:pathLst>
                  <a:path w="38216" h="38216">
                    <a:moveTo>
                      <a:pt x="38216" y="19108"/>
                    </a:moveTo>
                    <a:cubicBezTo>
                      <a:pt x="38216" y="29661"/>
                      <a:pt x="29661" y="38216"/>
                      <a:pt x="19108" y="38216"/>
                    </a:cubicBezTo>
                    <a:cubicBezTo>
                      <a:pt x="8555" y="38216"/>
                      <a:pt x="0" y="29661"/>
                      <a:pt x="0" y="19108"/>
                    </a:cubicBezTo>
                    <a:cubicBezTo>
                      <a:pt x="0" y="8555"/>
                      <a:pt x="8555" y="0"/>
                      <a:pt x="19108" y="0"/>
                    </a:cubicBezTo>
                    <a:cubicBezTo>
                      <a:pt x="29661" y="0"/>
                      <a:pt x="38216" y="8555"/>
                      <a:pt x="38216" y="19108"/>
                    </a:cubicBezTo>
                    <a:close/>
                  </a:path>
                </a:pathLst>
              </a:custGeom>
              <a:solidFill>
                <a:srgbClr val="FFFFFF"/>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270" name="Freeform 37">
                <a:extLst>
                  <a:ext uri="{FF2B5EF4-FFF2-40B4-BE49-F238E27FC236}">
                    <a16:creationId xmlns:a16="http://schemas.microsoft.com/office/drawing/2014/main" id="{3B7DC49D-73FD-0701-31AD-D75CF05BE3A7}"/>
                  </a:ext>
                </a:extLst>
              </p:cNvPr>
              <p:cNvSpPr/>
              <p:nvPr/>
            </p:nvSpPr>
            <p:spPr>
              <a:xfrm>
                <a:off x="2030700" y="3053798"/>
                <a:ext cx="38220" cy="38220"/>
              </a:xfrm>
              <a:custGeom>
                <a:avLst/>
                <a:gdLst/>
                <a:ahLst/>
                <a:cxnLst/>
                <a:rect l="l" t="t" r="r" b="b"/>
                <a:pathLst>
                  <a:path w="38220" h="38220">
                    <a:moveTo>
                      <a:pt x="38220" y="19108"/>
                    </a:moveTo>
                    <a:cubicBezTo>
                      <a:pt x="38220" y="29661"/>
                      <a:pt x="29665" y="38220"/>
                      <a:pt x="19112" y="38220"/>
                    </a:cubicBezTo>
                    <a:cubicBezTo>
                      <a:pt x="8560" y="38220"/>
                      <a:pt x="0" y="29665"/>
                      <a:pt x="0" y="19108"/>
                    </a:cubicBezTo>
                    <a:cubicBezTo>
                      <a:pt x="0" y="8555"/>
                      <a:pt x="8555" y="0"/>
                      <a:pt x="19112" y="0"/>
                    </a:cubicBezTo>
                    <a:cubicBezTo>
                      <a:pt x="29665" y="-4"/>
                      <a:pt x="38220" y="8551"/>
                      <a:pt x="38220" y="19108"/>
                    </a:cubicBezTo>
                    <a:close/>
                  </a:path>
                </a:pathLst>
              </a:custGeom>
              <a:solidFill>
                <a:srgbClr val="FFFFFF"/>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271" name="Freeform 38">
                <a:extLst>
                  <a:ext uri="{FF2B5EF4-FFF2-40B4-BE49-F238E27FC236}">
                    <a16:creationId xmlns:a16="http://schemas.microsoft.com/office/drawing/2014/main" id="{526DD4AF-5CE1-A815-1E8D-DDC76CF1E15B}"/>
                  </a:ext>
                </a:extLst>
              </p:cNvPr>
              <p:cNvSpPr/>
              <p:nvPr/>
            </p:nvSpPr>
            <p:spPr>
              <a:xfrm>
                <a:off x="3014264" y="1854108"/>
                <a:ext cx="297727" cy="300030"/>
              </a:xfrm>
              <a:custGeom>
                <a:avLst/>
                <a:gdLst/>
                <a:ahLst/>
                <a:cxnLst/>
                <a:rect l="l" t="t" r="r" b="b"/>
                <a:pathLst>
                  <a:path w="297727" h="300030">
                    <a:moveTo>
                      <a:pt x="1044" y="42587"/>
                    </a:moveTo>
                    <a:lnTo>
                      <a:pt x="58462" y="273976"/>
                    </a:lnTo>
                    <a:cubicBezTo>
                      <a:pt x="64819" y="299595"/>
                      <a:pt x="96524" y="308725"/>
                      <a:pt x="115534" y="290410"/>
                    </a:cubicBezTo>
                    <a:lnTo>
                      <a:pt x="287211" y="124995"/>
                    </a:lnTo>
                    <a:cubicBezTo>
                      <a:pt x="306220" y="106680"/>
                      <a:pt x="298274" y="74657"/>
                      <a:pt x="272908" y="67349"/>
                    </a:cubicBezTo>
                    <a:lnTo>
                      <a:pt x="43812" y="1379"/>
                    </a:lnTo>
                    <a:cubicBezTo>
                      <a:pt x="18446" y="-5929"/>
                      <a:pt x="-5317" y="16968"/>
                      <a:pt x="1044" y="42587"/>
                    </a:cubicBezTo>
                    <a:close/>
                  </a:path>
                </a:pathLst>
              </a:custGeom>
              <a:solidFill>
                <a:srgbClr val="8070F2"/>
              </a:solidFill>
              <a:ln cap="flat">
                <a:noFill/>
                <a:prstDash val="solid"/>
                <a:miter lim="800000"/>
              </a:ln>
            </p:spPr>
            <p:txBody>
              <a:bodyPr vert="horz" lIns="91440" tIns="45720" rIns="91440" bIns="45720" anchor="ctr">
                <a:normAutofit fontScale="32500" lnSpcReduction="20000"/>
              </a:bodyPr>
              <a:lstStyle/>
              <a:p>
                <a:pPr marL="0" algn="l"/>
                <a:endParaRPr/>
              </a:p>
            </p:txBody>
          </p:sp>
          <p:sp>
            <p:nvSpPr>
              <p:cNvPr id="272" name="Freeform 39">
                <a:extLst>
                  <a:ext uri="{FF2B5EF4-FFF2-40B4-BE49-F238E27FC236}">
                    <a16:creationId xmlns:a16="http://schemas.microsoft.com/office/drawing/2014/main" id="{1B41FFC6-D2DF-40A1-1FFA-EDDFC456A7C4}"/>
                  </a:ext>
                </a:extLst>
              </p:cNvPr>
              <p:cNvSpPr/>
              <p:nvPr/>
            </p:nvSpPr>
            <p:spPr>
              <a:xfrm>
                <a:off x="3093636" y="2081052"/>
                <a:ext cx="38226" cy="38226"/>
              </a:xfrm>
              <a:custGeom>
                <a:avLst/>
                <a:gdLst/>
                <a:ahLst/>
                <a:cxnLst/>
                <a:rect l="l" t="t" r="r" b="b"/>
                <a:pathLst>
                  <a:path w="38226" h="38226">
                    <a:moveTo>
                      <a:pt x="35116" y="29561"/>
                    </a:moveTo>
                    <a:cubicBezTo>
                      <a:pt x="29346" y="38399"/>
                      <a:pt x="17504" y="40885"/>
                      <a:pt x="8666" y="35116"/>
                    </a:cubicBezTo>
                    <a:cubicBezTo>
                      <a:pt x="-173" y="29347"/>
                      <a:pt x="-2659" y="17504"/>
                      <a:pt x="3110" y="8665"/>
                    </a:cubicBezTo>
                    <a:cubicBezTo>
                      <a:pt x="8880" y="-173"/>
                      <a:pt x="20723" y="-2659"/>
                      <a:pt x="29561" y="3110"/>
                    </a:cubicBezTo>
                    <a:cubicBezTo>
                      <a:pt x="38399" y="8884"/>
                      <a:pt x="40885" y="20723"/>
                      <a:pt x="35116" y="29561"/>
                    </a:cubicBezTo>
                    <a:close/>
                  </a:path>
                </a:pathLst>
              </a:custGeom>
              <a:solidFill>
                <a:srgbClr val="FFFFFF"/>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273" name="Freeform 40">
                <a:extLst>
                  <a:ext uri="{FF2B5EF4-FFF2-40B4-BE49-F238E27FC236}">
                    <a16:creationId xmlns:a16="http://schemas.microsoft.com/office/drawing/2014/main" id="{75F6A6FF-2054-3FE1-52BA-453700F1D0B5}"/>
                  </a:ext>
                </a:extLst>
              </p:cNvPr>
              <p:cNvSpPr/>
              <p:nvPr/>
            </p:nvSpPr>
            <p:spPr>
              <a:xfrm>
                <a:off x="3040105" y="1877023"/>
                <a:ext cx="38225" cy="38226"/>
              </a:xfrm>
              <a:custGeom>
                <a:avLst/>
                <a:gdLst/>
                <a:ahLst/>
                <a:cxnLst/>
                <a:rect l="l" t="t" r="r" b="b"/>
                <a:pathLst>
                  <a:path w="38225" h="38226">
                    <a:moveTo>
                      <a:pt x="35116" y="29561"/>
                    </a:moveTo>
                    <a:cubicBezTo>
                      <a:pt x="29347" y="38399"/>
                      <a:pt x="17504" y="40885"/>
                      <a:pt x="8666" y="35116"/>
                    </a:cubicBezTo>
                    <a:cubicBezTo>
                      <a:pt x="-173" y="29347"/>
                      <a:pt x="-2659" y="17504"/>
                      <a:pt x="3110" y="8665"/>
                    </a:cubicBezTo>
                    <a:cubicBezTo>
                      <a:pt x="8880" y="-173"/>
                      <a:pt x="20723" y="-2659"/>
                      <a:pt x="29557" y="3110"/>
                    </a:cubicBezTo>
                    <a:cubicBezTo>
                      <a:pt x="38395" y="8880"/>
                      <a:pt x="40885" y="20723"/>
                      <a:pt x="35116" y="29561"/>
                    </a:cubicBezTo>
                    <a:close/>
                  </a:path>
                </a:pathLst>
              </a:custGeom>
              <a:solidFill>
                <a:srgbClr val="FFFFFF"/>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274" name="Freeform 41">
                <a:extLst>
                  <a:ext uri="{FF2B5EF4-FFF2-40B4-BE49-F238E27FC236}">
                    <a16:creationId xmlns:a16="http://schemas.microsoft.com/office/drawing/2014/main" id="{6F30371C-0F79-6A92-5655-74AF205A5005}"/>
                  </a:ext>
                </a:extLst>
              </p:cNvPr>
              <p:cNvSpPr/>
              <p:nvPr/>
            </p:nvSpPr>
            <p:spPr>
              <a:xfrm>
                <a:off x="3246398" y="1940163"/>
                <a:ext cx="38223" cy="38226"/>
              </a:xfrm>
              <a:custGeom>
                <a:avLst/>
                <a:gdLst/>
                <a:ahLst/>
                <a:cxnLst/>
                <a:rect l="l" t="t" r="r" b="b"/>
                <a:pathLst>
                  <a:path w="38223" h="38226">
                    <a:moveTo>
                      <a:pt x="35116" y="29561"/>
                    </a:moveTo>
                    <a:cubicBezTo>
                      <a:pt x="29347" y="38399"/>
                      <a:pt x="17504" y="40885"/>
                      <a:pt x="8665" y="35116"/>
                    </a:cubicBezTo>
                    <a:cubicBezTo>
                      <a:pt x="-173" y="29347"/>
                      <a:pt x="-2659" y="17504"/>
                      <a:pt x="3111" y="8665"/>
                    </a:cubicBezTo>
                    <a:cubicBezTo>
                      <a:pt x="8880" y="-173"/>
                      <a:pt x="20723" y="-2659"/>
                      <a:pt x="29557" y="3110"/>
                    </a:cubicBezTo>
                    <a:cubicBezTo>
                      <a:pt x="38390" y="8880"/>
                      <a:pt x="40885" y="20723"/>
                      <a:pt x="35116" y="29561"/>
                    </a:cubicBezTo>
                    <a:close/>
                  </a:path>
                </a:pathLst>
              </a:custGeom>
              <a:solidFill>
                <a:srgbClr val="FFFFFF"/>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275" name="Freeform 42">
                <a:extLst>
                  <a:ext uri="{FF2B5EF4-FFF2-40B4-BE49-F238E27FC236}">
                    <a16:creationId xmlns:a16="http://schemas.microsoft.com/office/drawing/2014/main" id="{31DE01AA-FBD8-4522-3FED-E22E3075FF30}"/>
                  </a:ext>
                </a:extLst>
              </p:cNvPr>
              <p:cNvSpPr/>
              <p:nvPr/>
            </p:nvSpPr>
            <p:spPr>
              <a:xfrm>
                <a:off x="1907359" y="2896574"/>
                <a:ext cx="38216" cy="38216"/>
              </a:xfrm>
              <a:custGeom>
                <a:avLst/>
                <a:gdLst/>
                <a:ahLst/>
                <a:cxnLst/>
                <a:rect l="l" t="t" r="r" b="b"/>
                <a:pathLst>
                  <a:path w="38216" h="38216">
                    <a:moveTo>
                      <a:pt x="38216" y="19108"/>
                    </a:moveTo>
                    <a:cubicBezTo>
                      <a:pt x="38216" y="29661"/>
                      <a:pt x="29661" y="38216"/>
                      <a:pt x="19108" y="38216"/>
                    </a:cubicBezTo>
                    <a:cubicBezTo>
                      <a:pt x="8555" y="38216"/>
                      <a:pt x="0" y="29661"/>
                      <a:pt x="0" y="19108"/>
                    </a:cubicBezTo>
                    <a:cubicBezTo>
                      <a:pt x="0" y="8555"/>
                      <a:pt x="8555" y="0"/>
                      <a:pt x="19108" y="0"/>
                    </a:cubicBezTo>
                    <a:cubicBezTo>
                      <a:pt x="29657" y="-4"/>
                      <a:pt x="38216" y="8551"/>
                      <a:pt x="38216" y="19108"/>
                    </a:cubicBezTo>
                    <a:close/>
                  </a:path>
                </a:pathLst>
              </a:custGeom>
              <a:solidFill>
                <a:srgbClr val="FFFFFF"/>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276" name="Freeform 43">
                <a:extLst>
                  <a:ext uri="{FF2B5EF4-FFF2-40B4-BE49-F238E27FC236}">
                    <a16:creationId xmlns:a16="http://schemas.microsoft.com/office/drawing/2014/main" id="{15809C44-3A59-3A6A-282C-F54E011EFE92}"/>
                  </a:ext>
                </a:extLst>
              </p:cNvPr>
              <p:cNvSpPr/>
              <p:nvPr/>
            </p:nvSpPr>
            <p:spPr>
              <a:xfrm>
                <a:off x="3385026" y="1357917"/>
                <a:ext cx="493090" cy="642668"/>
              </a:xfrm>
              <a:custGeom>
                <a:avLst/>
                <a:gdLst/>
                <a:ahLst/>
                <a:cxnLst/>
                <a:rect l="l" t="t" r="r" b="b"/>
                <a:pathLst>
                  <a:path w="493090" h="642668">
                    <a:moveTo>
                      <a:pt x="493091" y="561277"/>
                    </a:moveTo>
                    <a:lnTo>
                      <a:pt x="112545" y="642668"/>
                    </a:lnTo>
                    <a:lnTo>
                      <a:pt x="1141" y="121803"/>
                    </a:lnTo>
                    <a:cubicBezTo>
                      <a:pt x="-4761" y="94217"/>
                      <a:pt x="12821" y="67072"/>
                      <a:pt x="40407" y="61170"/>
                    </a:cubicBezTo>
                    <a:lnTo>
                      <a:pt x="321049" y="1141"/>
                    </a:lnTo>
                    <a:cubicBezTo>
                      <a:pt x="348636" y="-4761"/>
                      <a:pt x="375780" y="12821"/>
                      <a:pt x="381683" y="40407"/>
                    </a:cubicBezTo>
                    <a:lnTo>
                      <a:pt x="493091" y="561277"/>
                    </a:lnTo>
                    <a:close/>
                  </a:path>
                </a:pathLst>
              </a:custGeom>
              <a:solidFill>
                <a:srgbClr val="9B87FF"/>
              </a:solidFill>
              <a:ln cap="flat">
                <a:noFill/>
                <a:prstDash val="solid"/>
                <a:miter lim="800000"/>
              </a:ln>
            </p:spPr>
            <p:txBody>
              <a:bodyPr vert="horz" lIns="91440" tIns="45720" rIns="91440" bIns="45720" anchor="ctr">
                <a:normAutofit/>
              </a:bodyPr>
              <a:lstStyle/>
              <a:p>
                <a:pPr marL="0" algn="l"/>
                <a:endParaRPr/>
              </a:p>
            </p:txBody>
          </p:sp>
          <p:sp>
            <p:nvSpPr>
              <p:cNvPr id="277" name="Freeform 44">
                <a:extLst>
                  <a:ext uri="{FF2B5EF4-FFF2-40B4-BE49-F238E27FC236}">
                    <a16:creationId xmlns:a16="http://schemas.microsoft.com/office/drawing/2014/main" id="{9DCA1FBC-234A-A261-8205-AB651DBE0A15}"/>
                  </a:ext>
                </a:extLst>
              </p:cNvPr>
              <p:cNvSpPr/>
              <p:nvPr/>
            </p:nvSpPr>
            <p:spPr>
              <a:xfrm rot="-724509">
                <a:off x="3455708" y="1735418"/>
                <a:ext cx="390779" cy="103691"/>
              </a:xfrm>
              <a:custGeom>
                <a:avLst/>
                <a:gdLst/>
                <a:ahLst/>
                <a:cxnLst/>
                <a:rect l="l" t="t" r="r" b="b"/>
                <a:pathLst>
                  <a:path w="390779" h="103691">
                    <a:moveTo>
                      <a:pt x="0" y="0"/>
                    </a:moveTo>
                    <a:lnTo>
                      <a:pt x="390779" y="0"/>
                    </a:lnTo>
                    <a:lnTo>
                      <a:pt x="390779" y="103691"/>
                    </a:lnTo>
                    <a:lnTo>
                      <a:pt x="0" y="103691"/>
                    </a:lnTo>
                    <a:close/>
                  </a:path>
                </a:pathLst>
              </a:custGeom>
              <a:solidFill>
                <a:srgbClr val="8070F2"/>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278" name="Freeform 45">
                <a:extLst>
                  <a:ext uri="{FF2B5EF4-FFF2-40B4-BE49-F238E27FC236}">
                    <a16:creationId xmlns:a16="http://schemas.microsoft.com/office/drawing/2014/main" id="{F360A8FD-702C-3040-A220-ED5E79A1229A}"/>
                  </a:ext>
                </a:extLst>
              </p:cNvPr>
              <p:cNvSpPr/>
              <p:nvPr/>
            </p:nvSpPr>
            <p:spPr>
              <a:xfrm>
                <a:off x="3231806" y="1796877"/>
                <a:ext cx="1093002" cy="606392"/>
              </a:xfrm>
              <a:custGeom>
                <a:avLst/>
                <a:gdLst/>
                <a:ahLst/>
                <a:cxnLst/>
                <a:rect l="l" t="t" r="r" b="b"/>
                <a:pathLst>
                  <a:path w="1093002" h="606392">
                    <a:moveTo>
                      <a:pt x="1093002" y="372621"/>
                    </a:moveTo>
                    <a:lnTo>
                      <a:pt x="0" y="606393"/>
                    </a:lnTo>
                    <a:lnTo>
                      <a:pt x="239601" y="81392"/>
                    </a:lnTo>
                    <a:lnTo>
                      <a:pt x="620147" y="0"/>
                    </a:lnTo>
                    <a:close/>
                  </a:path>
                </a:pathLst>
              </a:custGeom>
              <a:solidFill>
                <a:srgbClr val="9B87FF"/>
              </a:solidFill>
              <a:ln cap="flat">
                <a:noFill/>
                <a:prstDash val="solid"/>
                <a:miter lim="800000"/>
              </a:ln>
            </p:spPr>
            <p:txBody>
              <a:bodyPr vert="horz" lIns="91440" tIns="45720" rIns="91440" bIns="45720" anchor="ctr">
                <a:normAutofit lnSpcReduction="10000"/>
              </a:bodyPr>
              <a:lstStyle/>
              <a:p>
                <a:pPr marL="0" algn="l"/>
                <a:endParaRPr/>
              </a:p>
            </p:txBody>
          </p:sp>
          <p:sp>
            <p:nvSpPr>
              <p:cNvPr id="279" name="Freeform 46">
                <a:extLst>
                  <a:ext uri="{FF2B5EF4-FFF2-40B4-BE49-F238E27FC236}">
                    <a16:creationId xmlns:a16="http://schemas.microsoft.com/office/drawing/2014/main" id="{12E61450-8FEF-06D2-5120-DE10CC00E17A}"/>
                  </a:ext>
                </a:extLst>
              </p:cNvPr>
              <p:cNvSpPr/>
              <p:nvPr/>
            </p:nvSpPr>
            <p:spPr>
              <a:xfrm>
                <a:off x="3667345" y="1796877"/>
                <a:ext cx="657463" cy="492828"/>
              </a:xfrm>
              <a:custGeom>
                <a:avLst/>
                <a:gdLst/>
                <a:ahLst/>
                <a:cxnLst/>
                <a:rect l="l" t="t" r="r" b="b"/>
                <a:pathLst>
                  <a:path w="657463" h="492828">
                    <a:moveTo>
                      <a:pt x="0" y="39485"/>
                    </a:moveTo>
                    <a:lnTo>
                      <a:pt x="184609" y="0"/>
                    </a:lnTo>
                    <a:lnTo>
                      <a:pt x="657464" y="372621"/>
                    </a:lnTo>
                    <a:cubicBezTo>
                      <a:pt x="657464" y="372621"/>
                      <a:pt x="262284" y="459718"/>
                      <a:pt x="102433" y="492829"/>
                    </a:cubicBezTo>
                  </a:path>
                </a:pathLst>
              </a:custGeom>
              <a:solidFill>
                <a:srgbClr val="000000">
                  <a:alpha val="10000"/>
                </a:srgbClr>
              </a:solidFill>
              <a:ln cap="flat">
                <a:noFill/>
                <a:prstDash val="solid"/>
                <a:miter lim="800000"/>
              </a:ln>
            </p:spPr>
            <p:txBody>
              <a:bodyPr vert="horz" lIns="91440" tIns="45720" rIns="91440" bIns="45720" anchor="ctr">
                <a:normAutofit fontScale="85000" lnSpcReduction="20000"/>
              </a:bodyPr>
              <a:lstStyle/>
              <a:p>
                <a:pPr marL="0" algn="l"/>
                <a:endParaRPr/>
              </a:p>
            </p:txBody>
          </p:sp>
          <p:sp>
            <p:nvSpPr>
              <p:cNvPr id="280" name="Freeform 47">
                <a:extLst>
                  <a:ext uri="{FF2B5EF4-FFF2-40B4-BE49-F238E27FC236}">
                    <a16:creationId xmlns:a16="http://schemas.microsoft.com/office/drawing/2014/main" id="{B0467CA0-09F6-487E-9C34-FA51A2CB988A}"/>
                  </a:ext>
                </a:extLst>
              </p:cNvPr>
              <p:cNvSpPr/>
              <p:nvPr/>
            </p:nvSpPr>
            <p:spPr>
              <a:xfrm>
                <a:off x="3571633" y="1358410"/>
                <a:ext cx="281936" cy="477952"/>
              </a:xfrm>
              <a:custGeom>
                <a:avLst/>
                <a:gdLst/>
                <a:ahLst/>
                <a:cxnLst/>
                <a:rect l="l" t="t" r="r" b="b"/>
                <a:pathLst>
                  <a:path w="281936" h="477952">
                    <a:moveTo>
                      <a:pt x="281937" y="438120"/>
                    </a:moveTo>
                    <a:lnTo>
                      <a:pt x="95708" y="477952"/>
                    </a:lnTo>
                    <a:lnTo>
                      <a:pt x="0" y="30485"/>
                    </a:lnTo>
                    <a:lnTo>
                      <a:pt x="137340" y="1116"/>
                    </a:lnTo>
                    <a:cubicBezTo>
                      <a:pt x="164339" y="-4658"/>
                      <a:pt x="190910" y="12547"/>
                      <a:pt x="196683" y="39550"/>
                    </a:cubicBezTo>
                    <a:lnTo>
                      <a:pt x="281937" y="438120"/>
                    </a:lnTo>
                    <a:close/>
                  </a:path>
                </a:pathLst>
              </a:custGeom>
              <a:solidFill>
                <a:srgbClr val="000000">
                  <a:alpha val="10000"/>
                </a:srgbClr>
              </a:solidFill>
              <a:ln cap="flat">
                <a:noFill/>
                <a:prstDash val="solid"/>
                <a:miter lim="800000"/>
              </a:ln>
            </p:spPr>
            <p:txBody>
              <a:bodyPr vert="horz" lIns="91440" tIns="45720" rIns="91440" bIns="45720" anchor="ctr">
                <a:normAutofit fontScale="77500" lnSpcReduction="20000"/>
              </a:bodyPr>
              <a:lstStyle/>
              <a:p>
                <a:pPr marL="0" algn="l"/>
                <a:endParaRPr/>
              </a:p>
            </p:txBody>
          </p:sp>
        </p:grpSp>
        <p:grpSp>
          <p:nvGrpSpPr>
            <p:cNvPr id="168" name="Group 48">
              <a:extLst>
                <a:ext uri="{FF2B5EF4-FFF2-40B4-BE49-F238E27FC236}">
                  <a16:creationId xmlns:a16="http://schemas.microsoft.com/office/drawing/2014/main" id="{237CE651-F476-BE71-5DEB-6B032EFD9F91}"/>
                </a:ext>
              </a:extLst>
            </p:cNvPr>
            <p:cNvGrpSpPr/>
            <p:nvPr/>
          </p:nvGrpSpPr>
          <p:grpSpPr>
            <a:xfrm>
              <a:off x="1808611" y="2154894"/>
              <a:ext cx="300966" cy="637812"/>
              <a:chOff x="2966156" y="3955034"/>
              <a:chExt cx="685732" cy="1453212"/>
            </a:xfrm>
          </p:grpSpPr>
          <p:grpSp>
            <p:nvGrpSpPr>
              <p:cNvPr id="235" name="Group 49">
                <a:extLst>
                  <a:ext uri="{FF2B5EF4-FFF2-40B4-BE49-F238E27FC236}">
                    <a16:creationId xmlns:a16="http://schemas.microsoft.com/office/drawing/2014/main" id="{6FDA188C-D931-2C8F-5B64-3C69DC625DCF}"/>
                  </a:ext>
                </a:extLst>
              </p:cNvPr>
              <p:cNvGrpSpPr/>
              <p:nvPr/>
            </p:nvGrpSpPr>
            <p:grpSpPr>
              <a:xfrm>
                <a:off x="2966156" y="4185473"/>
                <a:ext cx="243198" cy="851981"/>
                <a:chOff x="2966156" y="4185473"/>
                <a:chExt cx="243198" cy="851981"/>
              </a:xfrm>
            </p:grpSpPr>
            <p:sp>
              <p:nvSpPr>
                <p:cNvPr id="253" name="Freeform 50">
                  <a:extLst>
                    <a:ext uri="{FF2B5EF4-FFF2-40B4-BE49-F238E27FC236}">
                      <a16:creationId xmlns:a16="http://schemas.microsoft.com/office/drawing/2014/main" id="{7B70F5CA-9C7D-464F-F767-C3597B529205}"/>
                    </a:ext>
                  </a:extLst>
                </p:cNvPr>
                <p:cNvSpPr/>
                <p:nvPr/>
              </p:nvSpPr>
              <p:spPr>
                <a:xfrm>
                  <a:off x="3152760" y="4922272"/>
                  <a:ext cx="41947" cy="115182"/>
                </a:xfrm>
                <a:custGeom>
                  <a:avLst/>
                  <a:gdLst/>
                  <a:ahLst/>
                  <a:cxnLst/>
                  <a:rect l="l" t="t" r="r" b="b"/>
                  <a:pathLst>
                    <a:path w="41947" h="115182">
                      <a:moveTo>
                        <a:pt x="32935" y="114941"/>
                      </a:moveTo>
                      <a:lnTo>
                        <a:pt x="32935" y="114941"/>
                      </a:lnTo>
                      <a:cubicBezTo>
                        <a:pt x="26814" y="116218"/>
                        <a:pt x="20818" y="112292"/>
                        <a:pt x="19541" y="106167"/>
                      </a:cubicBezTo>
                      <a:lnTo>
                        <a:pt x="240" y="13636"/>
                      </a:lnTo>
                      <a:cubicBezTo>
                        <a:pt x="-1033" y="7515"/>
                        <a:pt x="2893" y="1518"/>
                        <a:pt x="9014" y="241"/>
                      </a:cubicBezTo>
                      <a:lnTo>
                        <a:pt x="9014" y="241"/>
                      </a:lnTo>
                      <a:cubicBezTo>
                        <a:pt x="15134" y="-1036"/>
                        <a:pt x="21131" y="2890"/>
                        <a:pt x="22408" y="9015"/>
                      </a:cubicBezTo>
                      <a:lnTo>
                        <a:pt x="41705" y="101542"/>
                      </a:lnTo>
                      <a:cubicBezTo>
                        <a:pt x="42986" y="107667"/>
                        <a:pt x="39056" y="113664"/>
                        <a:pt x="32935" y="114941"/>
                      </a:cubicBezTo>
                      <a:close/>
                    </a:path>
                  </a:pathLst>
                </a:custGeom>
                <a:solidFill>
                  <a:srgbClr val="00A3D5"/>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254" name="Freeform 51">
                  <a:extLst>
                    <a:ext uri="{FF2B5EF4-FFF2-40B4-BE49-F238E27FC236}">
                      <a16:creationId xmlns:a16="http://schemas.microsoft.com/office/drawing/2014/main" id="{D3E0A6A1-0956-7DA8-29F4-85AFE673510A}"/>
                    </a:ext>
                  </a:extLst>
                </p:cNvPr>
                <p:cNvSpPr/>
                <p:nvPr/>
              </p:nvSpPr>
              <p:spPr>
                <a:xfrm>
                  <a:off x="2983287" y="4185473"/>
                  <a:ext cx="85687" cy="173358"/>
                </a:xfrm>
                <a:custGeom>
                  <a:avLst/>
                  <a:gdLst/>
                  <a:ahLst/>
                  <a:cxnLst/>
                  <a:rect l="l" t="t" r="r" b="b"/>
                  <a:pathLst>
                    <a:path w="85687" h="173358">
                      <a:moveTo>
                        <a:pt x="60786" y="172700"/>
                      </a:moveTo>
                      <a:lnTo>
                        <a:pt x="60786" y="172700"/>
                      </a:lnTo>
                      <a:cubicBezTo>
                        <a:pt x="43937" y="176215"/>
                        <a:pt x="27276" y="165302"/>
                        <a:pt x="23761" y="148457"/>
                      </a:cubicBezTo>
                      <a:lnTo>
                        <a:pt x="658" y="37683"/>
                      </a:lnTo>
                      <a:cubicBezTo>
                        <a:pt x="-2856" y="20838"/>
                        <a:pt x="8057" y="4173"/>
                        <a:pt x="24901" y="659"/>
                      </a:cubicBezTo>
                      <a:lnTo>
                        <a:pt x="24901" y="659"/>
                      </a:lnTo>
                      <a:cubicBezTo>
                        <a:pt x="41746" y="-2856"/>
                        <a:pt x="58411" y="8052"/>
                        <a:pt x="61922" y="24906"/>
                      </a:cubicBezTo>
                      <a:lnTo>
                        <a:pt x="85029" y="135680"/>
                      </a:lnTo>
                      <a:cubicBezTo>
                        <a:pt x="88544" y="152525"/>
                        <a:pt x="77635" y="169185"/>
                        <a:pt x="60786" y="172700"/>
                      </a:cubicBezTo>
                      <a:close/>
                    </a:path>
                  </a:pathLst>
                </a:custGeom>
                <a:solidFill>
                  <a:srgbClr val="00A3D5"/>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255" name="Freeform 52">
                  <a:extLst>
                    <a:ext uri="{FF2B5EF4-FFF2-40B4-BE49-F238E27FC236}">
                      <a16:creationId xmlns:a16="http://schemas.microsoft.com/office/drawing/2014/main" id="{DEB00E62-8685-51EF-21DC-05D5524FAB95}"/>
                    </a:ext>
                  </a:extLst>
                </p:cNvPr>
                <p:cNvSpPr/>
                <p:nvPr/>
              </p:nvSpPr>
              <p:spPr>
                <a:xfrm>
                  <a:off x="3113769" y="4811077"/>
                  <a:ext cx="85686" cy="173357"/>
                </a:xfrm>
                <a:custGeom>
                  <a:avLst/>
                  <a:gdLst/>
                  <a:ahLst/>
                  <a:cxnLst/>
                  <a:rect l="l" t="t" r="r" b="b"/>
                  <a:pathLst>
                    <a:path w="85686" h="173357">
                      <a:moveTo>
                        <a:pt x="60782" y="172700"/>
                      </a:moveTo>
                      <a:lnTo>
                        <a:pt x="60782" y="172700"/>
                      </a:lnTo>
                      <a:cubicBezTo>
                        <a:pt x="43937" y="176211"/>
                        <a:pt x="27276" y="165302"/>
                        <a:pt x="23761" y="148453"/>
                      </a:cubicBezTo>
                      <a:lnTo>
                        <a:pt x="658" y="37679"/>
                      </a:lnTo>
                      <a:cubicBezTo>
                        <a:pt x="-2856" y="20829"/>
                        <a:pt x="8057" y="4173"/>
                        <a:pt x="24901" y="659"/>
                      </a:cubicBezTo>
                      <a:lnTo>
                        <a:pt x="24901" y="659"/>
                      </a:lnTo>
                      <a:cubicBezTo>
                        <a:pt x="41746" y="-2856"/>
                        <a:pt x="58407" y="8052"/>
                        <a:pt x="61922" y="24902"/>
                      </a:cubicBezTo>
                      <a:lnTo>
                        <a:pt x="85029" y="135676"/>
                      </a:lnTo>
                      <a:cubicBezTo>
                        <a:pt x="88539" y="152525"/>
                        <a:pt x="77631" y="169185"/>
                        <a:pt x="60782" y="172700"/>
                      </a:cubicBezTo>
                      <a:close/>
                    </a:path>
                  </a:pathLst>
                </a:custGeom>
                <a:solidFill>
                  <a:srgbClr val="00A3D5"/>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256" name="Freeform 53">
                  <a:extLst>
                    <a:ext uri="{FF2B5EF4-FFF2-40B4-BE49-F238E27FC236}">
                      <a16:creationId xmlns:a16="http://schemas.microsoft.com/office/drawing/2014/main" id="{FC7604AF-85C0-F241-D3D7-B0911E2CCD7D}"/>
                    </a:ext>
                  </a:extLst>
                </p:cNvPr>
                <p:cNvSpPr/>
                <p:nvPr/>
              </p:nvSpPr>
              <p:spPr>
                <a:xfrm>
                  <a:off x="2966156" y="4264268"/>
                  <a:ext cx="236311" cy="638426"/>
                </a:xfrm>
                <a:custGeom>
                  <a:avLst/>
                  <a:gdLst/>
                  <a:ahLst/>
                  <a:cxnLst/>
                  <a:rect l="l" t="t" r="r" b="b"/>
                  <a:pathLst>
                    <a:path w="236311" h="638426">
                      <a:moveTo>
                        <a:pt x="94522" y="679"/>
                      </a:moveTo>
                      <a:lnTo>
                        <a:pt x="25436" y="15089"/>
                      </a:lnTo>
                      <a:cubicBezTo>
                        <a:pt x="8163" y="18694"/>
                        <a:pt x="-2922" y="35616"/>
                        <a:pt x="679" y="52894"/>
                      </a:cubicBezTo>
                      <a:lnTo>
                        <a:pt x="59392" y="334415"/>
                      </a:lnTo>
                      <a:lnTo>
                        <a:pt x="132588" y="614547"/>
                      </a:lnTo>
                      <a:cubicBezTo>
                        <a:pt x="136891" y="631019"/>
                        <a:pt x="153359" y="641225"/>
                        <a:pt x="170024" y="637748"/>
                      </a:cubicBezTo>
                      <a:lnTo>
                        <a:pt x="210881" y="629227"/>
                      </a:lnTo>
                      <a:cubicBezTo>
                        <a:pt x="227550" y="625751"/>
                        <a:pt x="238561" y="609815"/>
                        <a:pt x="235921" y="592996"/>
                      </a:cubicBezTo>
                      <a:lnTo>
                        <a:pt x="191035" y="306962"/>
                      </a:lnTo>
                      <a:lnTo>
                        <a:pt x="132322" y="25440"/>
                      </a:lnTo>
                      <a:cubicBezTo>
                        <a:pt x="128722" y="8158"/>
                        <a:pt x="111795" y="-2922"/>
                        <a:pt x="94522" y="679"/>
                      </a:cubicBezTo>
                      <a:close/>
                    </a:path>
                  </a:pathLst>
                </a:custGeom>
                <a:solidFill>
                  <a:srgbClr val="6DC9F0"/>
                </a:solidFill>
                <a:ln cap="flat">
                  <a:noFill/>
                  <a:prstDash val="solid"/>
                  <a:miter lim="800000"/>
                </a:ln>
              </p:spPr>
              <p:txBody>
                <a:bodyPr vert="horz" lIns="91440" tIns="45720" rIns="91440" bIns="45720" anchor="ctr">
                  <a:normAutofit/>
                </a:bodyPr>
                <a:lstStyle/>
                <a:p>
                  <a:pPr marL="0" algn="l"/>
                  <a:endParaRPr/>
                </a:p>
              </p:txBody>
            </p:sp>
            <p:sp>
              <p:nvSpPr>
                <p:cNvPr id="257" name="Freeform 54">
                  <a:extLst>
                    <a:ext uri="{FF2B5EF4-FFF2-40B4-BE49-F238E27FC236}">
                      <a16:creationId xmlns:a16="http://schemas.microsoft.com/office/drawing/2014/main" id="{311BBDE3-55D3-30A5-DB1E-F0BD8FB81CD6}"/>
                    </a:ext>
                  </a:extLst>
                </p:cNvPr>
                <p:cNvSpPr/>
                <p:nvPr/>
              </p:nvSpPr>
              <p:spPr>
                <a:xfrm>
                  <a:off x="3018637" y="4555029"/>
                  <a:ext cx="145471" cy="59849"/>
                </a:xfrm>
                <a:custGeom>
                  <a:avLst/>
                  <a:gdLst/>
                  <a:ahLst/>
                  <a:cxnLst/>
                  <a:rect l="l" t="t" r="r" b="b"/>
                  <a:pathLst>
                    <a:path w="145471" h="59849">
                      <a:moveTo>
                        <a:pt x="130634" y="36890"/>
                      </a:moveTo>
                      <a:lnTo>
                        <a:pt x="22449" y="59453"/>
                      </a:lnTo>
                      <a:cubicBezTo>
                        <a:pt x="12372" y="61553"/>
                        <a:pt x="2496" y="55090"/>
                        <a:pt x="396" y="45013"/>
                      </a:cubicBezTo>
                      <a:lnTo>
                        <a:pt x="396" y="45013"/>
                      </a:lnTo>
                      <a:cubicBezTo>
                        <a:pt x="-1704" y="34932"/>
                        <a:pt x="4759" y="25060"/>
                        <a:pt x="14836" y="22960"/>
                      </a:cubicBezTo>
                      <a:lnTo>
                        <a:pt x="123021" y="397"/>
                      </a:lnTo>
                      <a:cubicBezTo>
                        <a:pt x="133098" y="-1708"/>
                        <a:pt x="142970" y="4760"/>
                        <a:pt x="145074" y="14837"/>
                      </a:cubicBezTo>
                      <a:lnTo>
                        <a:pt x="145074" y="14837"/>
                      </a:lnTo>
                      <a:cubicBezTo>
                        <a:pt x="147179" y="24915"/>
                        <a:pt x="140711" y="34790"/>
                        <a:pt x="130634" y="36890"/>
                      </a:cubicBezTo>
                      <a:close/>
                    </a:path>
                  </a:pathLst>
                </a:custGeom>
                <a:solidFill>
                  <a:srgbClr val="00A3D5"/>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258" name="Freeform 55">
                  <a:extLst>
                    <a:ext uri="{FF2B5EF4-FFF2-40B4-BE49-F238E27FC236}">
                      <a16:creationId xmlns:a16="http://schemas.microsoft.com/office/drawing/2014/main" id="{B45ED4D4-202B-14BE-BA2B-550F7EBDF340}"/>
                    </a:ext>
                  </a:extLst>
                </p:cNvPr>
                <p:cNvSpPr/>
                <p:nvPr/>
              </p:nvSpPr>
              <p:spPr>
                <a:xfrm>
                  <a:off x="3124616" y="4248878"/>
                  <a:ext cx="84739" cy="295168"/>
                </a:xfrm>
                <a:custGeom>
                  <a:avLst/>
                  <a:gdLst/>
                  <a:ahLst/>
                  <a:cxnLst/>
                  <a:rect l="l" t="t" r="r" b="b"/>
                  <a:pathLst>
                    <a:path w="84739" h="295168">
                      <a:moveTo>
                        <a:pt x="73085" y="294860"/>
                      </a:moveTo>
                      <a:lnTo>
                        <a:pt x="73085" y="294860"/>
                      </a:lnTo>
                      <a:cubicBezTo>
                        <a:pt x="65202" y="296506"/>
                        <a:pt x="57406" y="291396"/>
                        <a:pt x="55760" y="283514"/>
                      </a:cubicBezTo>
                      <a:lnTo>
                        <a:pt x="309" y="17634"/>
                      </a:lnTo>
                      <a:cubicBezTo>
                        <a:pt x="-1337" y="9747"/>
                        <a:pt x="3768" y="1950"/>
                        <a:pt x="11654" y="309"/>
                      </a:cubicBezTo>
                      <a:lnTo>
                        <a:pt x="11654" y="309"/>
                      </a:lnTo>
                      <a:cubicBezTo>
                        <a:pt x="19541" y="-1337"/>
                        <a:pt x="27338" y="3767"/>
                        <a:pt x="28979" y="11654"/>
                      </a:cubicBezTo>
                      <a:lnTo>
                        <a:pt x="84431" y="277535"/>
                      </a:lnTo>
                      <a:cubicBezTo>
                        <a:pt x="86076" y="285417"/>
                        <a:pt x="80972" y="293214"/>
                        <a:pt x="73085" y="294860"/>
                      </a:cubicBezTo>
                      <a:close/>
                    </a:path>
                  </a:pathLst>
                </a:custGeom>
                <a:solidFill>
                  <a:srgbClr val="00A3D5"/>
                </a:solidFill>
                <a:ln cap="flat">
                  <a:noFill/>
                  <a:prstDash val="solid"/>
                  <a:miter lim="800000"/>
                </a:ln>
              </p:spPr>
              <p:txBody>
                <a:bodyPr vert="horz" lIns="91440" tIns="45720" rIns="91440" bIns="45720" anchor="ctr">
                  <a:normAutofit fontScale="32500" lnSpcReduction="20000"/>
                </a:bodyPr>
                <a:lstStyle/>
                <a:p>
                  <a:pPr marL="0" algn="l"/>
                  <a:endParaRPr/>
                </a:p>
              </p:txBody>
            </p:sp>
            <p:sp>
              <p:nvSpPr>
                <p:cNvPr id="259" name="Freeform 56">
                  <a:extLst>
                    <a:ext uri="{FF2B5EF4-FFF2-40B4-BE49-F238E27FC236}">
                      <a16:creationId xmlns:a16="http://schemas.microsoft.com/office/drawing/2014/main" id="{3BE7E859-B937-FE5B-B4F8-EB13CBC1D54C}"/>
                    </a:ext>
                  </a:extLst>
                </p:cNvPr>
                <p:cNvSpPr/>
                <p:nvPr/>
              </p:nvSpPr>
              <p:spPr>
                <a:xfrm rot="-706981">
                  <a:off x="3106189" y="4285647"/>
                  <a:ext cx="30620" cy="79880"/>
                </a:xfrm>
                <a:custGeom>
                  <a:avLst/>
                  <a:gdLst/>
                  <a:ahLst/>
                  <a:cxnLst/>
                  <a:rect l="l" t="t" r="r" b="b"/>
                  <a:pathLst>
                    <a:path w="30620" h="79880">
                      <a:moveTo>
                        <a:pt x="0" y="0"/>
                      </a:moveTo>
                      <a:lnTo>
                        <a:pt x="30620" y="0"/>
                      </a:lnTo>
                      <a:lnTo>
                        <a:pt x="30620" y="79881"/>
                      </a:lnTo>
                      <a:lnTo>
                        <a:pt x="0" y="79881"/>
                      </a:lnTo>
                      <a:close/>
                    </a:path>
                  </a:pathLst>
                </a:custGeom>
                <a:solidFill>
                  <a:srgbClr val="6DC9F0"/>
                </a:solidFill>
                <a:ln cap="flat">
                  <a:noFill/>
                  <a:prstDash val="solid"/>
                  <a:miter lim="800000"/>
                </a:ln>
              </p:spPr>
              <p:txBody>
                <a:bodyPr vert="horz" lIns="91440" tIns="45720" rIns="91440" bIns="45720" anchor="ctr">
                  <a:normAutofit fontScale="25000" lnSpcReduction="20000"/>
                </a:bodyPr>
                <a:lstStyle/>
                <a:p>
                  <a:pPr marL="0" algn="l"/>
                  <a:endParaRPr/>
                </a:p>
              </p:txBody>
            </p:sp>
          </p:grpSp>
          <p:grpSp>
            <p:nvGrpSpPr>
              <p:cNvPr id="236" name="Group 57">
                <a:extLst>
                  <a:ext uri="{FF2B5EF4-FFF2-40B4-BE49-F238E27FC236}">
                    <a16:creationId xmlns:a16="http://schemas.microsoft.com/office/drawing/2014/main" id="{A3F60B30-6C9C-547B-3BCD-25125239587B}"/>
                  </a:ext>
                </a:extLst>
              </p:cNvPr>
              <p:cNvGrpSpPr/>
              <p:nvPr/>
            </p:nvGrpSpPr>
            <p:grpSpPr>
              <a:xfrm>
                <a:off x="3173226" y="3955034"/>
                <a:ext cx="182178" cy="1037452"/>
                <a:chOff x="3173226" y="3955034"/>
                <a:chExt cx="182178" cy="1037452"/>
              </a:xfrm>
            </p:grpSpPr>
            <p:sp>
              <p:nvSpPr>
                <p:cNvPr id="247" name="Freeform 58">
                  <a:extLst>
                    <a:ext uri="{FF2B5EF4-FFF2-40B4-BE49-F238E27FC236}">
                      <a16:creationId xmlns:a16="http://schemas.microsoft.com/office/drawing/2014/main" id="{D865C939-4470-C912-1A1C-73DFD87E0342}"/>
                    </a:ext>
                  </a:extLst>
                </p:cNvPr>
                <p:cNvSpPr/>
                <p:nvPr/>
              </p:nvSpPr>
              <p:spPr>
                <a:xfrm rot="176431">
                  <a:off x="3192515" y="4092504"/>
                  <a:ext cx="141975" cy="674701"/>
                </a:xfrm>
                <a:custGeom>
                  <a:avLst/>
                  <a:gdLst/>
                  <a:ahLst/>
                  <a:cxnLst/>
                  <a:rect l="l" t="t" r="r" b="b"/>
                  <a:pathLst>
                    <a:path w="141975" h="674701">
                      <a:moveTo>
                        <a:pt x="0" y="0"/>
                      </a:moveTo>
                      <a:lnTo>
                        <a:pt x="141976" y="0"/>
                      </a:lnTo>
                      <a:lnTo>
                        <a:pt x="141976" y="674701"/>
                      </a:lnTo>
                      <a:lnTo>
                        <a:pt x="0" y="674701"/>
                      </a:lnTo>
                      <a:close/>
                    </a:path>
                  </a:pathLst>
                </a:custGeom>
                <a:solidFill>
                  <a:srgbClr val="FFC73C"/>
                </a:solidFill>
                <a:ln cap="flat">
                  <a:noFill/>
                  <a:prstDash val="solid"/>
                  <a:miter lim="800000"/>
                </a:ln>
              </p:spPr>
              <p:txBody>
                <a:bodyPr vert="horz" lIns="91440" tIns="45720" rIns="91440" bIns="45720" anchor="ctr">
                  <a:normAutofit/>
                </a:bodyPr>
                <a:lstStyle/>
                <a:p>
                  <a:pPr marL="0" algn="l"/>
                  <a:endParaRPr/>
                </a:p>
              </p:txBody>
            </p:sp>
            <p:sp>
              <p:nvSpPr>
                <p:cNvPr id="248" name="Freeform 59">
                  <a:extLst>
                    <a:ext uri="{FF2B5EF4-FFF2-40B4-BE49-F238E27FC236}">
                      <a16:creationId xmlns:a16="http://schemas.microsoft.com/office/drawing/2014/main" id="{265E5133-E95F-9260-F29B-C3F3B22A2881}"/>
                    </a:ext>
                  </a:extLst>
                </p:cNvPr>
                <p:cNvSpPr/>
                <p:nvPr/>
              </p:nvSpPr>
              <p:spPr>
                <a:xfrm rot="176088">
                  <a:off x="3225246" y="4092212"/>
                  <a:ext cx="77303" cy="674697"/>
                </a:xfrm>
                <a:custGeom>
                  <a:avLst/>
                  <a:gdLst/>
                  <a:ahLst/>
                  <a:cxnLst/>
                  <a:rect l="l" t="t" r="r" b="b"/>
                  <a:pathLst>
                    <a:path w="77303" h="674697">
                      <a:moveTo>
                        <a:pt x="0" y="0"/>
                      </a:moveTo>
                      <a:lnTo>
                        <a:pt x="77303" y="0"/>
                      </a:lnTo>
                      <a:lnTo>
                        <a:pt x="77303" y="674698"/>
                      </a:lnTo>
                      <a:lnTo>
                        <a:pt x="0" y="674698"/>
                      </a:lnTo>
                      <a:close/>
                    </a:path>
                  </a:pathLst>
                </a:custGeom>
                <a:solidFill>
                  <a:srgbClr val="FFFFFF">
                    <a:alpha val="30000"/>
                  </a:srgbClr>
                </a:solidFill>
                <a:ln cap="flat">
                  <a:noFill/>
                  <a:prstDash val="solid"/>
                  <a:miter lim="800000"/>
                </a:ln>
              </p:spPr>
              <p:txBody>
                <a:bodyPr vert="horz" lIns="91440" tIns="45720" rIns="91440" bIns="45720" anchor="ctr">
                  <a:normAutofit/>
                </a:bodyPr>
                <a:lstStyle/>
                <a:p>
                  <a:pPr marL="0" algn="l"/>
                  <a:endParaRPr/>
                </a:p>
              </p:txBody>
            </p:sp>
            <p:sp>
              <p:nvSpPr>
                <p:cNvPr id="249" name="Freeform 60">
                  <a:extLst>
                    <a:ext uri="{FF2B5EF4-FFF2-40B4-BE49-F238E27FC236}">
                      <a16:creationId xmlns:a16="http://schemas.microsoft.com/office/drawing/2014/main" id="{D397FC5C-A62F-A95D-9B25-DA80E2F1C7D4}"/>
                    </a:ext>
                  </a:extLst>
                </p:cNvPr>
                <p:cNvSpPr/>
                <p:nvPr/>
              </p:nvSpPr>
              <p:spPr>
                <a:xfrm>
                  <a:off x="3173226" y="4762786"/>
                  <a:ext cx="144052" cy="229699"/>
                </a:xfrm>
                <a:custGeom>
                  <a:avLst/>
                  <a:gdLst/>
                  <a:ahLst/>
                  <a:cxnLst/>
                  <a:rect l="l" t="t" r="r" b="b"/>
                  <a:pathLst>
                    <a:path w="144052" h="229699">
                      <a:moveTo>
                        <a:pt x="60432" y="229700"/>
                      </a:moveTo>
                      <a:lnTo>
                        <a:pt x="144052" y="7389"/>
                      </a:lnTo>
                      <a:lnTo>
                        <a:pt x="0" y="0"/>
                      </a:lnTo>
                      <a:close/>
                    </a:path>
                  </a:pathLst>
                </a:custGeom>
                <a:solidFill>
                  <a:srgbClr val="0B2D4E"/>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250" name="Freeform 61">
                  <a:extLst>
                    <a:ext uri="{FF2B5EF4-FFF2-40B4-BE49-F238E27FC236}">
                      <a16:creationId xmlns:a16="http://schemas.microsoft.com/office/drawing/2014/main" id="{8A8ADB2C-B938-9420-F3C3-88D109FF181D}"/>
                    </a:ext>
                  </a:extLst>
                </p:cNvPr>
                <p:cNvSpPr/>
                <p:nvPr/>
              </p:nvSpPr>
              <p:spPr>
                <a:xfrm>
                  <a:off x="3173226" y="4762786"/>
                  <a:ext cx="144052" cy="113744"/>
                </a:xfrm>
                <a:custGeom>
                  <a:avLst/>
                  <a:gdLst/>
                  <a:ahLst/>
                  <a:cxnLst/>
                  <a:rect l="l" t="t" r="r" b="b"/>
                  <a:pathLst>
                    <a:path w="144052" h="113744">
                      <a:moveTo>
                        <a:pt x="104049" y="113744"/>
                      </a:moveTo>
                      <a:lnTo>
                        <a:pt x="144052" y="7394"/>
                      </a:lnTo>
                      <a:lnTo>
                        <a:pt x="0" y="0"/>
                      </a:lnTo>
                      <a:lnTo>
                        <a:pt x="28911" y="109886"/>
                      </a:lnTo>
                      <a:close/>
                    </a:path>
                  </a:pathLst>
                </a:custGeom>
                <a:solidFill>
                  <a:srgbClr val="FFE9CC"/>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251" name="Freeform 62">
                  <a:extLst>
                    <a:ext uri="{FF2B5EF4-FFF2-40B4-BE49-F238E27FC236}">
                      <a16:creationId xmlns:a16="http://schemas.microsoft.com/office/drawing/2014/main" id="{78D8D4E3-F816-DD89-6841-F7074500AA04}"/>
                    </a:ext>
                  </a:extLst>
                </p:cNvPr>
                <p:cNvSpPr/>
                <p:nvPr/>
              </p:nvSpPr>
              <p:spPr>
                <a:xfrm rot="176431">
                  <a:off x="3211620" y="4022716"/>
                  <a:ext cx="141975" cy="70282"/>
                </a:xfrm>
                <a:custGeom>
                  <a:avLst/>
                  <a:gdLst/>
                  <a:ahLst/>
                  <a:cxnLst/>
                  <a:rect l="l" t="t" r="r" b="b"/>
                  <a:pathLst>
                    <a:path w="141975" h="70282">
                      <a:moveTo>
                        <a:pt x="0" y="0"/>
                      </a:moveTo>
                      <a:lnTo>
                        <a:pt x="141976" y="0"/>
                      </a:lnTo>
                      <a:lnTo>
                        <a:pt x="141976" y="70283"/>
                      </a:lnTo>
                      <a:lnTo>
                        <a:pt x="0" y="70283"/>
                      </a:lnTo>
                      <a:close/>
                    </a:path>
                  </a:pathLst>
                </a:custGeom>
                <a:solidFill>
                  <a:srgbClr val="0B2D4E"/>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252" name="Freeform 63">
                  <a:extLst>
                    <a:ext uri="{FF2B5EF4-FFF2-40B4-BE49-F238E27FC236}">
                      <a16:creationId xmlns:a16="http://schemas.microsoft.com/office/drawing/2014/main" id="{47E4C0DD-8C52-53CE-CF79-1A3D11DD736C}"/>
                    </a:ext>
                  </a:extLst>
                </p:cNvPr>
                <p:cNvSpPr/>
                <p:nvPr/>
              </p:nvSpPr>
              <p:spPr>
                <a:xfrm>
                  <a:off x="3213521" y="3955034"/>
                  <a:ext cx="141882" cy="73954"/>
                </a:xfrm>
                <a:custGeom>
                  <a:avLst/>
                  <a:gdLst/>
                  <a:ahLst/>
                  <a:cxnLst/>
                  <a:rect l="l" t="t" r="r" b="b"/>
                  <a:pathLst>
                    <a:path w="141882" h="73954">
                      <a:moveTo>
                        <a:pt x="141789" y="73955"/>
                      </a:moveTo>
                      <a:lnTo>
                        <a:pt x="0" y="66681"/>
                      </a:lnTo>
                      <a:lnTo>
                        <a:pt x="0" y="66681"/>
                      </a:lnTo>
                      <a:cubicBezTo>
                        <a:pt x="1989" y="27916"/>
                        <a:pt x="35023" y="-1895"/>
                        <a:pt x="73788" y="94"/>
                      </a:cubicBezTo>
                      <a:lnTo>
                        <a:pt x="75202" y="167"/>
                      </a:lnTo>
                      <a:cubicBezTo>
                        <a:pt x="113967" y="2156"/>
                        <a:pt x="143778" y="35190"/>
                        <a:pt x="141789" y="73955"/>
                      </a:cubicBezTo>
                      <a:lnTo>
                        <a:pt x="141789" y="73955"/>
                      </a:lnTo>
                      <a:close/>
                    </a:path>
                  </a:pathLst>
                </a:custGeom>
                <a:solidFill>
                  <a:srgbClr val="9B87FF"/>
                </a:solidFill>
                <a:ln cap="flat">
                  <a:noFill/>
                  <a:prstDash val="solid"/>
                  <a:miter lim="800000"/>
                </a:ln>
              </p:spPr>
              <p:txBody>
                <a:bodyPr vert="horz" lIns="91440" tIns="45720" rIns="91440" bIns="45720" anchor="ctr">
                  <a:normAutofit fontScale="25000" lnSpcReduction="20000"/>
                </a:bodyPr>
                <a:lstStyle/>
                <a:p>
                  <a:pPr marL="0" algn="l"/>
                  <a:endParaRPr/>
                </a:p>
              </p:txBody>
            </p:sp>
          </p:grpSp>
          <p:grpSp>
            <p:nvGrpSpPr>
              <p:cNvPr id="237" name="Group 64">
                <a:extLst>
                  <a:ext uri="{FF2B5EF4-FFF2-40B4-BE49-F238E27FC236}">
                    <a16:creationId xmlns:a16="http://schemas.microsoft.com/office/drawing/2014/main" id="{110BD0C6-FF67-0396-83DF-06A720C10731}"/>
                  </a:ext>
                </a:extLst>
              </p:cNvPr>
              <p:cNvGrpSpPr/>
              <p:nvPr/>
            </p:nvGrpSpPr>
            <p:grpSpPr>
              <a:xfrm>
                <a:off x="3153888" y="4094063"/>
                <a:ext cx="498000" cy="969603"/>
                <a:chOff x="3153888" y="4094063"/>
                <a:chExt cx="498000" cy="969603"/>
              </a:xfrm>
            </p:grpSpPr>
            <p:sp>
              <p:nvSpPr>
                <p:cNvPr id="241" name="Freeform 65">
                  <a:extLst>
                    <a:ext uri="{FF2B5EF4-FFF2-40B4-BE49-F238E27FC236}">
                      <a16:creationId xmlns:a16="http://schemas.microsoft.com/office/drawing/2014/main" id="{519264D9-8580-FF24-0DB7-7ED9A78B9301}"/>
                    </a:ext>
                  </a:extLst>
                </p:cNvPr>
                <p:cNvSpPr/>
                <p:nvPr/>
              </p:nvSpPr>
              <p:spPr>
                <a:xfrm rot="-9313419">
                  <a:off x="3343588" y="4267685"/>
                  <a:ext cx="141981" cy="674731"/>
                </a:xfrm>
                <a:custGeom>
                  <a:avLst/>
                  <a:gdLst/>
                  <a:ahLst/>
                  <a:cxnLst/>
                  <a:rect l="l" t="t" r="r" b="b"/>
                  <a:pathLst>
                    <a:path w="141981" h="674731">
                      <a:moveTo>
                        <a:pt x="0" y="0"/>
                      </a:moveTo>
                      <a:lnTo>
                        <a:pt x="141981" y="0"/>
                      </a:lnTo>
                      <a:lnTo>
                        <a:pt x="141981" y="674731"/>
                      </a:lnTo>
                      <a:lnTo>
                        <a:pt x="0" y="674731"/>
                      </a:lnTo>
                      <a:close/>
                    </a:path>
                  </a:pathLst>
                </a:custGeom>
                <a:solidFill>
                  <a:srgbClr val="FFC73C"/>
                </a:solidFill>
                <a:ln cap="flat">
                  <a:noFill/>
                  <a:prstDash val="solid"/>
                  <a:miter lim="800000"/>
                </a:ln>
              </p:spPr>
              <p:txBody>
                <a:bodyPr vert="horz" lIns="91440" tIns="45720" rIns="91440" bIns="45720" anchor="ctr">
                  <a:normAutofit/>
                </a:bodyPr>
                <a:lstStyle/>
                <a:p>
                  <a:pPr marL="0" algn="l"/>
                  <a:endParaRPr/>
                </a:p>
              </p:txBody>
            </p:sp>
            <p:sp>
              <p:nvSpPr>
                <p:cNvPr id="242" name="Freeform 66">
                  <a:extLst>
                    <a:ext uri="{FF2B5EF4-FFF2-40B4-BE49-F238E27FC236}">
                      <a16:creationId xmlns:a16="http://schemas.microsoft.com/office/drawing/2014/main" id="{14343DFF-E677-FE07-B418-F0331DE030D1}"/>
                    </a:ext>
                  </a:extLst>
                </p:cNvPr>
                <p:cNvSpPr/>
                <p:nvPr/>
              </p:nvSpPr>
              <p:spPr>
                <a:xfrm rot="-9313275">
                  <a:off x="3376226" y="4268184"/>
                  <a:ext cx="77299" cy="674669"/>
                </a:xfrm>
                <a:custGeom>
                  <a:avLst/>
                  <a:gdLst/>
                  <a:ahLst/>
                  <a:cxnLst/>
                  <a:rect l="l" t="t" r="r" b="b"/>
                  <a:pathLst>
                    <a:path w="77299" h="674669">
                      <a:moveTo>
                        <a:pt x="0" y="0"/>
                      </a:moveTo>
                      <a:lnTo>
                        <a:pt x="77300" y="0"/>
                      </a:lnTo>
                      <a:lnTo>
                        <a:pt x="77300" y="674670"/>
                      </a:lnTo>
                      <a:lnTo>
                        <a:pt x="0" y="674670"/>
                      </a:lnTo>
                      <a:close/>
                    </a:path>
                  </a:pathLst>
                </a:custGeom>
                <a:solidFill>
                  <a:srgbClr val="FFFFFF">
                    <a:alpha val="30000"/>
                  </a:srgbClr>
                </a:solidFill>
                <a:ln cap="flat">
                  <a:noFill/>
                  <a:prstDash val="solid"/>
                  <a:miter lim="800000"/>
                </a:ln>
              </p:spPr>
              <p:txBody>
                <a:bodyPr vert="horz" lIns="91440" tIns="45720" rIns="91440" bIns="45720" anchor="ctr">
                  <a:normAutofit/>
                </a:bodyPr>
                <a:lstStyle/>
                <a:p>
                  <a:pPr marL="0" algn="l"/>
                  <a:endParaRPr/>
                </a:p>
              </p:txBody>
            </p:sp>
            <p:sp>
              <p:nvSpPr>
                <p:cNvPr id="243" name="Freeform 67">
                  <a:extLst>
                    <a:ext uri="{FF2B5EF4-FFF2-40B4-BE49-F238E27FC236}">
                      <a16:creationId xmlns:a16="http://schemas.microsoft.com/office/drawing/2014/main" id="{019C7BE7-E145-5BB5-6117-E76267042AA1}"/>
                    </a:ext>
                  </a:extLst>
                </p:cNvPr>
                <p:cNvSpPr/>
                <p:nvPr/>
              </p:nvSpPr>
              <p:spPr>
                <a:xfrm>
                  <a:off x="3491566" y="4094063"/>
                  <a:ext cx="160322" cy="235696"/>
                </a:xfrm>
                <a:custGeom>
                  <a:avLst/>
                  <a:gdLst/>
                  <a:ahLst/>
                  <a:cxnLst/>
                  <a:rect l="l" t="t" r="r" b="b"/>
                  <a:pathLst>
                    <a:path w="160322" h="235696">
                      <a:moveTo>
                        <a:pt x="160323" y="0"/>
                      </a:moveTo>
                      <a:lnTo>
                        <a:pt x="0" y="175248"/>
                      </a:lnTo>
                      <a:lnTo>
                        <a:pt x="130962" y="235697"/>
                      </a:lnTo>
                      <a:close/>
                    </a:path>
                  </a:pathLst>
                </a:custGeom>
                <a:solidFill>
                  <a:srgbClr val="0B2D4E"/>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244" name="Freeform 68">
                  <a:extLst>
                    <a:ext uri="{FF2B5EF4-FFF2-40B4-BE49-F238E27FC236}">
                      <a16:creationId xmlns:a16="http://schemas.microsoft.com/office/drawing/2014/main" id="{7C900D61-CFB4-D053-29D5-71408CBBE34A}"/>
                    </a:ext>
                  </a:extLst>
                </p:cNvPr>
                <p:cNvSpPr/>
                <p:nvPr/>
              </p:nvSpPr>
              <p:spPr>
                <a:xfrm>
                  <a:off x="3491566" y="4185471"/>
                  <a:ext cx="145008" cy="144288"/>
                </a:xfrm>
                <a:custGeom>
                  <a:avLst/>
                  <a:gdLst/>
                  <a:ahLst/>
                  <a:cxnLst/>
                  <a:rect l="l" t="t" r="r" b="b"/>
                  <a:pathLst>
                    <a:path w="145008" h="144288">
                      <a:moveTo>
                        <a:pt x="76698" y="0"/>
                      </a:moveTo>
                      <a:lnTo>
                        <a:pt x="0" y="83839"/>
                      </a:lnTo>
                      <a:lnTo>
                        <a:pt x="130962" y="144288"/>
                      </a:lnTo>
                      <a:lnTo>
                        <a:pt x="145008" y="31534"/>
                      </a:lnTo>
                      <a:close/>
                    </a:path>
                  </a:pathLst>
                </a:custGeom>
                <a:solidFill>
                  <a:srgbClr val="FFE9CC"/>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245" name="Freeform 69">
                  <a:extLst>
                    <a:ext uri="{FF2B5EF4-FFF2-40B4-BE49-F238E27FC236}">
                      <a16:creationId xmlns:a16="http://schemas.microsoft.com/office/drawing/2014/main" id="{56F44D07-EB07-6F6F-361F-744FCA48813C}"/>
                    </a:ext>
                  </a:extLst>
                </p:cNvPr>
                <p:cNvSpPr/>
                <p:nvPr/>
              </p:nvSpPr>
              <p:spPr>
                <a:xfrm rot="-9313419">
                  <a:off x="3187503" y="4908092"/>
                  <a:ext cx="141981" cy="70285"/>
                </a:xfrm>
                <a:custGeom>
                  <a:avLst/>
                  <a:gdLst/>
                  <a:ahLst/>
                  <a:cxnLst/>
                  <a:rect l="l" t="t" r="r" b="b"/>
                  <a:pathLst>
                    <a:path w="141981" h="70285">
                      <a:moveTo>
                        <a:pt x="0" y="0"/>
                      </a:moveTo>
                      <a:lnTo>
                        <a:pt x="141981" y="0"/>
                      </a:lnTo>
                      <a:lnTo>
                        <a:pt x="141981" y="70286"/>
                      </a:lnTo>
                      <a:lnTo>
                        <a:pt x="0" y="70286"/>
                      </a:lnTo>
                      <a:close/>
                    </a:path>
                  </a:pathLst>
                </a:custGeom>
                <a:solidFill>
                  <a:srgbClr val="51666F"/>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246" name="Freeform 70">
                  <a:extLst>
                    <a:ext uri="{FF2B5EF4-FFF2-40B4-BE49-F238E27FC236}">
                      <a16:creationId xmlns:a16="http://schemas.microsoft.com/office/drawing/2014/main" id="{2670A91E-68A6-1AC9-F149-94615E45377B}"/>
                    </a:ext>
                  </a:extLst>
                </p:cNvPr>
                <p:cNvSpPr/>
                <p:nvPr/>
              </p:nvSpPr>
              <p:spPr>
                <a:xfrm>
                  <a:off x="3153888" y="4943156"/>
                  <a:ext cx="155559" cy="120510"/>
                </a:xfrm>
                <a:custGeom>
                  <a:avLst/>
                  <a:gdLst/>
                  <a:ahLst/>
                  <a:cxnLst/>
                  <a:rect l="l" t="t" r="r" b="b"/>
                  <a:pathLst>
                    <a:path w="155559" h="120510">
                      <a:moveTo>
                        <a:pt x="26654" y="0"/>
                      </a:moveTo>
                      <a:lnTo>
                        <a:pt x="155559" y="59497"/>
                      </a:lnTo>
                      <a:lnTo>
                        <a:pt x="129696" y="115527"/>
                      </a:lnTo>
                      <a:cubicBezTo>
                        <a:pt x="127712" y="119826"/>
                        <a:pt x="122619" y="121703"/>
                        <a:pt x="118320" y="119719"/>
                      </a:cubicBezTo>
                      <a:lnTo>
                        <a:pt x="4983" y="67410"/>
                      </a:lnTo>
                      <a:cubicBezTo>
                        <a:pt x="684" y="65425"/>
                        <a:pt x="-1193" y="60333"/>
                        <a:pt x="791" y="56034"/>
                      </a:cubicBezTo>
                      <a:lnTo>
                        <a:pt x="26654" y="0"/>
                      </a:lnTo>
                      <a:close/>
                    </a:path>
                  </a:pathLst>
                </a:custGeom>
                <a:solidFill>
                  <a:srgbClr val="D8584E"/>
                </a:solidFill>
                <a:ln cap="flat">
                  <a:noFill/>
                  <a:prstDash val="solid"/>
                  <a:miter lim="800000"/>
                </a:ln>
              </p:spPr>
              <p:txBody>
                <a:bodyPr vert="horz" lIns="91440" tIns="45720" rIns="91440" bIns="45720" anchor="ctr">
                  <a:normAutofit fontScale="25000" lnSpcReduction="20000"/>
                </a:bodyPr>
                <a:lstStyle/>
                <a:p>
                  <a:pPr marL="0" algn="l"/>
                  <a:endParaRPr/>
                </a:p>
              </p:txBody>
            </p:sp>
          </p:grpSp>
          <p:grpSp>
            <p:nvGrpSpPr>
              <p:cNvPr id="238" name="Group 71">
                <a:extLst>
                  <a:ext uri="{FF2B5EF4-FFF2-40B4-BE49-F238E27FC236}">
                    <a16:creationId xmlns:a16="http://schemas.microsoft.com/office/drawing/2014/main" id="{AF8A2D70-049D-C9EA-2506-D286B9FB1257}"/>
                  </a:ext>
                </a:extLst>
              </p:cNvPr>
              <p:cNvGrpSpPr/>
              <p:nvPr/>
            </p:nvGrpSpPr>
            <p:grpSpPr>
              <a:xfrm>
                <a:off x="3029558" y="4719206"/>
                <a:ext cx="429505" cy="689040"/>
                <a:chOff x="3029558" y="4719206"/>
                <a:chExt cx="429505" cy="689040"/>
              </a:xfrm>
            </p:grpSpPr>
            <p:sp>
              <p:nvSpPr>
                <p:cNvPr id="239" name="Freeform 72">
                  <a:extLst>
                    <a:ext uri="{FF2B5EF4-FFF2-40B4-BE49-F238E27FC236}">
                      <a16:creationId xmlns:a16="http://schemas.microsoft.com/office/drawing/2014/main" id="{F4C85887-EB9E-5965-080E-C73D595CA126}"/>
                    </a:ext>
                  </a:extLst>
                </p:cNvPr>
                <p:cNvSpPr/>
                <p:nvPr/>
              </p:nvSpPr>
              <p:spPr>
                <a:xfrm rot="-10800000">
                  <a:off x="3029560" y="4719206"/>
                  <a:ext cx="429503" cy="689040"/>
                </a:xfrm>
                <a:custGeom>
                  <a:avLst/>
                  <a:gdLst/>
                  <a:ahLst/>
                  <a:cxnLst/>
                  <a:rect l="l" t="t" r="r" b="b"/>
                  <a:pathLst>
                    <a:path w="429503" h="689040">
                      <a:moveTo>
                        <a:pt x="0" y="0"/>
                      </a:moveTo>
                      <a:lnTo>
                        <a:pt x="429504" y="0"/>
                      </a:lnTo>
                      <a:lnTo>
                        <a:pt x="429504" y="689040"/>
                      </a:lnTo>
                      <a:lnTo>
                        <a:pt x="0" y="689040"/>
                      </a:lnTo>
                      <a:close/>
                    </a:path>
                  </a:pathLst>
                </a:custGeom>
                <a:solidFill>
                  <a:srgbClr val="381F7A"/>
                </a:solidFill>
                <a:ln cap="flat">
                  <a:noFill/>
                  <a:prstDash val="solid"/>
                  <a:miter lim="800000"/>
                </a:ln>
              </p:spPr>
              <p:txBody>
                <a:bodyPr vert="horz" lIns="91440" tIns="45720" rIns="91440" bIns="45720" anchor="ctr">
                  <a:normAutofit/>
                </a:bodyPr>
                <a:lstStyle/>
                <a:p>
                  <a:pPr marL="0" algn="l"/>
                  <a:endParaRPr/>
                </a:p>
              </p:txBody>
            </p:sp>
            <p:sp>
              <p:nvSpPr>
                <p:cNvPr id="240" name="Freeform 73">
                  <a:extLst>
                    <a:ext uri="{FF2B5EF4-FFF2-40B4-BE49-F238E27FC236}">
                      <a16:creationId xmlns:a16="http://schemas.microsoft.com/office/drawing/2014/main" id="{B85F98FC-388D-F9E4-F0A4-D1692BF575A8}"/>
                    </a:ext>
                  </a:extLst>
                </p:cNvPr>
                <p:cNvSpPr/>
                <p:nvPr/>
              </p:nvSpPr>
              <p:spPr>
                <a:xfrm rot="-10800000">
                  <a:off x="3029558" y="4719206"/>
                  <a:ext cx="214753" cy="689040"/>
                </a:xfrm>
                <a:custGeom>
                  <a:avLst/>
                  <a:gdLst/>
                  <a:ahLst/>
                  <a:cxnLst/>
                  <a:rect l="l" t="t" r="r" b="b"/>
                  <a:pathLst>
                    <a:path w="214753" h="689040">
                      <a:moveTo>
                        <a:pt x="0" y="0"/>
                      </a:moveTo>
                      <a:lnTo>
                        <a:pt x="214754" y="0"/>
                      </a:lnTo>
                      <a:lnTo>
                        <a:pt x="214754" y="689040"/>
                      </a:lnTo>
                      <a:lnTo>
                        <a:pt x="0" y="689040"/>
                      </a:lnTo>
                      <a:close/>
                    </a:path>
                  </a:pathLst>
                </a:custGeom>
                <a:solidFill>
                  <a:srgbClr val="000000">
                    <a:alpha val="10000"/>
                  </a:srgbClr>
                </a:solidFill>
                <a:ln cap="flat">
                  <a:noFill/>
                  <a:prstDash val="solid"/>
                  <a:miter lim="800000"/>
                </a:ln>
              </p:spPr>
              <p:txBody>
                <a:bodyPr vert="horz" lIns="91440" tIns="45720" rIns="91440" bIns="45720" anchor="ctr">
                  <a:normAutofit/>
                </a:bodyPr>
                <a:lstStyle/>
                <a:p>
                  <a:pPr marL="0" algn="l"/>
                  <a:endParaRPr/>
                </a:p>
              </p:txBody>
            </p:sp>
          </p:grpSp>
        </p:grpSp>
        <p:grpSp>
          <p:nvGrpSpPr>
            <p:cNvPr id="169" name="Group 74">
              <a:extLst>
                <a:ext uri="{FF2B5EF4-FFF2-40B4-BE49-F238E27FC236}">
                  <a16:creationId xmlns:a16="http://schemas.microsoft.com/office/drawing/2014/main" id="{8445E9F0-7087-510B-E17A-5CCEECDC6DC0}"/>
                </a:ext>
              </a:extLst>
            </p:cNvPr>
            <p:cNvGrpSpPr/>
            <p:nvPr/>
          </p:nvGrpSpPr>
          <p:grpSpPr>
            <a:xfrm>
              <a:off x="2091651" y="2441100"/>
              <a:ext cx="369964" cy="352344"/>
              <a:chOff x="3611045" y="4607135"/>
              <a:chExt cx="842938" cy="802793"/>
            </a:xfrm>
          </p:grpSpPr>
          <p:sp>
            <p:nvSpPr>
              <p:cNvPr id="231" name="Freeform 75">
                <a:extLst>
                  <a:ext uri="{FF2B5EF4-FFF2-40B4-BE49-F238E27FC236}">
                    <a16:creationId xmlns:a16="http://schemas.microsoft.com/office/drawing/2014/main" id="{CF5EB313-2B7A-5591-A1B1-B9C8D5F1E0AE}"/>
                  </a:ext>
                </a:extLst>
              </p:cNvPr>
              <p:cNvSpPr/>
              <p:nvPr/>
            </p:nvSpPr>
            <p:spPr>
              <a:xfrm>
                <a:off x="3611045" y="4607135"/>
                <a:ext cx="560457" cy="802788"/>
              </a:xfrm>
              <a:custGeom>
                <a:avLst/>
                <a:gdLst/>
                <a:ahLst/>
                <a:cxnLst/>
                <a:rect l="l" t="t" r="r" b="b"/>
                <a:pathLst>
                  <a:path w="560457" h="802788">
                    <a:moveTo>
                      <a:pt x="414725" y="802789"/>
                    </a:moveTo>
                    <a:lnTo>
                      <a:pt x="145733" y="802789"/>
                    </a:lnTo>
                    <a:cubicBezTo>
                      <a:pt x="65245" y="802789"/>
                      <a:pt x="0" y="737544"/>
                      <a:pt x="0" y="657056"/>
                    </a:cubicBezTo>
                    <a:lnTo>
                      <a:pt x="0" y="0"/>
                    </a:lnTo>
                    <a:lnTo>
                      <a:pt x="560457" y="0"/>
                    </a:lnTo>
                    <a:lnTo>
                      <a:pt x="560457" y="657056"/>
                    </a:lnTo>
                    <a:cubicBezTo>
                      <a:pt x="560457" y="737544"/>
                      <a:pt x="495212" y="802789"/>
                      <a:pt x="414725" y="802789"/>
                    </a:cubicBezTo>
                    <a:close/>
                  </a:path>
                </a:pathLst>
              </a:custGeom>
              <a:solidFill>
                <a:srgbClr val="FFC73C"/>
              </a:solidFill>
              <a:ln cap="flat">
                <a:noFill/>
                <a:prstDash val="solid"/>
                <a:miter lim="800000"/>
              </a:ln>
            </p:spPr>
            <p:txBody>
              <a:bodyPr vert="horz" lIns="91440" tIns="45720" rIns="91440" bIns="45720" anchor="ctr">
                <a:normAutofit/>
              </a:bodyPr>
              <a:lstStyle/>
              <a:p>
                <a:pPr marL="0" algn="l"/>
                <a:endParaRPr/>
              </a:p>
            </p:txBody>
          </p:sp>
          <p:sp>
            <p:nvSpPr>
              <p:cNvPr id="232" name="Freeform 76">
                <a:extLst>
                  <a:ext uri="{FF2B5EF4-FFF2-40B4-BE49-F238E27FC236}">
                    <a16:creationId xmlns:a16="http://schemas.microsoft.com/office/drawing/2014/main" id="{F89BA8C4-5EA7-E5CB-36C0-F3CE5799C67F}"/>
                  </a:ext>
                </a:extLst>
              </p:cNvPr>
              <p:cNvSpPr/>
              <p:nvPr/>
            </p:nvSpPr>
            <p:spPr>
              <a:xfrm>
                <a:off x="3967293" y="4788705"/>
                <a:ext cx="486691" cy="493840"/>
              </a:xfrm>
              <a:custGeom>
                <a:avLst/>
                <a:gdLst/>
                <a:ahLst/>
                <a:cxnLst/>
                <a:rect l="l" t="t" r="r" b="b"/>
                <a:pathLst>
                  <a:path w="486691" h="493840">
                    <a:moveTo>
                      <a:pt x="243348" y="0"/>
                    </a:moveTo>
                    <a:cubicBezTo>
                      <a:pt x="108952" y="0"/>
                      <a:pt x="0" y="110547"/>
                      <a:pt x="0" y="246918"/>
                    </a:cubicBezTo>
                    <a:cubicBezTo>
                      <a:pt x="0" y="383289"/>
                      <a:pt x="108952" y="493840"/>
                      <a:pt x="243348" y="493840"/>
                    </a:cubicBezTo>
                    <a:cubicBezTo>
                      <a:pt x="377743" y="493840"/>
                      <a:pt x="486691" y="383289"/>
                      <a:pt x="486691" y="246918"/>
                    </a:cubicBezTo>
                    <a:cubicBezTo>
                      <a:pt x="486691" y="110547"/>
                      <a:pt x="377743" y="0"/>
                      <a:pt x="243348" y="0"/>
                    </a:cubicBezTo>
                    <a:close/>
                    <a:moveTo>
                      <a:pt x="243348" y="405784"/>
                    </a:moveTo>
                    <a:cubicBezTo>
                      <a:pt x="156877" y="405784"/>
                      <a:pt x="86779" y="334658"/>
                      <a:pt x="86779" y="246918"/>
                    </a:cubicBezTo>
                    <a:cubicBezTo>
                      <a:pt x="86779" y="159179"/>
                      <a:pt x="156877" y="88052"/>
                      <a:pt x="243348" y="88052"/>
                    </a:cubicBezTo>
                    <a:cubicBezTo>
                      <a:pt x="329814" y="88052"/>
                      <a:pt x="399912" y="159179"/>
                      <a:pt x="399912" y="246918"/>
                    </a:cubicBezTo>
                    <a:cubicBezTo>
                      <a:pt x="399912" y="334658"/>
                      <a:pt x="329814" y="405784"/>
                      <a:pt x="243348" y="405784"/>
                    </a:cubicBezTo>
                    <a:close/>
                  </a:path>
                </a:pathLst>
              </a:custGeom>
              <a:solidFill>
                <a:srgbClr val="FFC73C"/>
              </a:solidFill>
              <a:ln cap="flat">
                <a:noFill/>
                <a:prstDash val="solid"/>
                <a:miter lim="800000"/>
              </a:ln>
            </p:spPr>
            <p:txBody>
              <a:bodyPr vert="horz" lIns="91440" tIns="45720" rIns="91440" bIns="45720" anchor="ctr">
                <a:normAutofit fontScale="85000" lnSpcReduction="20000"/>
              </a:bodyPr>
              <a:lstStyle/>
              <a:p>
                <a:pPr marL="0" algn="l"/>
                <a:endParaRPr/>
              </a:p>
            </p:txBody>
          </p:sp>
          <p:sp>
            <p:nvSpPr>
              <p:cNvPr id="233" name="Freeform 77">
                <a:extLst>
                  <a:ext uri="{FF2B5EF4-FFF2-40B4-BE49-F238E27FC236}">
                    <a16:creationId xmlns:a16="http://schemas.microsoft.com/office/drawing/2014/main" id="{5524188F-BB78-E5EE-1280-B8372F3565ED}"/>
                  </a:ext>
                </a:extLst>
              </p:cNvPr>
              <p:cNvSpPr/>
              <p:nvPr/>
            </p:nvSpPr>
            <p:spPr>
              <a:xfrm>
                <a:off x="3664546" y="4653924"/>
                <a:ext cx="60603" cy="451286"/>
              </a:xfrm>
              <a:custGeom>
                <a:avLst/>
                <a:gdLst/>
                <a:ahLst/>
                <a:cxnLst/>
                <a:rect l="l" t="t" r="r" b="b"/>
                <a:pathLst>
                  <a:path w="60603" h="451286">
                    <a:moveTo>
                      <a:pt x="30304" y="451286"/>
                    </a:moveTo>
                    <a:lnTo>
                      <a:pt x="30304" y="451286"/>
                    </a:lnTo>
                    <a:cubicBezTo>
                      <a:pt x="13639" y="451286"/>
                      <a:pt x="0" y="437652"/>
                      <a:pt x="0" y="420991"/>
                    </a:cubicBezTo>
                    <a:lnTo>
                      <a:pt x="0" y="30299"/>
                    </a:lnTo>
                    <a:cubicBezTo>
                      <a:pt x="0" y="13635"/>
                      <a:pt x="13635" y="0"/>
                      <a:pt x="30304" y="0"/>
                    </a:cubicBezTo>
                    <a:lnTo>
                      <a:pt x="30304" y="0"/>
                    </a:lnTo>
                    <a:cubicBezTo>
                      <a:pt x="46969" y="0"/>
                      <a:pt x="60603" y="13635"/>
                      <a:pt x="60603" y="30299"/>
                    </a:cubicBezTo>
                    <a:lnTo>
                      <a:pt x="60603" y="420991"/>
                    </a:lnTo>
                    <a:cubicBezTo>
                      <a:pt x="60603" y="437656"/>
                      <a:pt x="46969" y="451286"/>
                      <a:pt x="30304" y="451286"/>
                    </a:cubicBezTo>
                    <a:close/>
                  </a:path>
                </a:pathLst>
              </a:custGeom>
              <a:solidFill>
                <a:srgbClr val="FFFFFF">
                  <a:alpha val="20000"/>
                </a:srgbClr>
              </a:solidFill>
              <a:ln cap="flat">
                <a:noFill/>
                <a:prstDash val="solid"/>
                <a:miter lim="800000"/>
              </a:ln>
            </p:spPr>
            <p:txBody>
              <a:bodyPr vert="horz" lIns="91440" tIns="45720" rIns="91440" bIns="45720" anchor="ctr">
                <a:normAutofit fontScale="70000" lnSpcReduction="20000"/>
              </a:bodyPr>
              <a:lstStyle/>
              <a:p>
                <a:pPr marL="0" algn="l"/>
                <a:endParaRPr/>
              </a:p>
            </p:txBody>
          </p:sp>
          <p:sp>
            <p:nvSpPr>
              <p:cNvPr id="234" name="Freeform 78">
                <a:extLst>
                  <a:ext uri="{FF2B5EF4-FFF2-40B4-BE49-F238E27FC236}">
                    <a16:creationId xmlns:a16="http://schemas.microsoft.com/office/drawing/2014/main" id="{F5F7EEA4-1485-2643-D927-1D7B0D45DA47}"/>
                  </a:ext>
                </a:extLst>
              </p:cNvPr>
              <p:cNvSpPr/>
              <p:nvPr/>
            </p:nvSpPr>
            <p:spPr>
              <a:xfrm>
                <a:off x="3900131" y="4607135"/>
                <a:ext cx="271371" cy="802793"/>
              </a:xfrm>
              <a:custGeom>
                <a:avLst/>
                <a:gdLst/>
                <a:ahLst/>
                <a:cxnLst/>
                <a:rect l="l" t="t" r="r" b="b"/>
                <a:pathLst>
                  <a:path w="271371" h="802793">
                    <a:moveTo>
                      <a:pt x="141939" y="0"/>
                    </a:moveTo>
                    <a:lnTo>
                      <a:pt x="141939" y="660854"/>
                    </a:lnTo>
                    <a:cubicBezTo>
                      <a:pt x="141939" y="739241"/>
                      <a:pt x="78391" y="802793"/>
                      <a:pt x="0" y="802793"/>
                    </a:cubicBezTo>
                    <a:lnTo>
                      <a:pt x="129432" y="802793"/>
                    </a:lnTo>
                    <a:cubicBezTo>
                      <a:pt x="207823" y="802793"/>
                      <a:pt x="271371" y="739245"/>
                      <a:pt x="271371" y="660854"/>
                    </a:cubicBezTo>
                    <a:lnTo>
                      <a:pt x="271371" y="0"/>
                    </a:lnTo>
                    <a:lnTo>
                      <a:pt x="141939" y="0"/>
                    </a:lnTo>
                    <a:close/>
                  </a:path>
                </a:pathLst>
              </a:custGeom>
              <a:solidFill>
                <a:srgbClr val="EFB126"/>
              </a:solidFill>
              <a:ln cap="flat">
                <a:noFill/>
                <a:prstDash val="solid"/>
                <a:miter lim="800000"/>
              </a:ln>
            </p:spPr>
            <p:txBody>
              <a:bodyPr vert="horz" lIns="91440" tIns="45720" rIns="91440" bIns="45720" anchor="ctr">
                <a:normAutofit/>
              </a:bodyPr>
              <a:lstStyle/>
              <a:p>
                <a:pPr marL="0" algn="l"/>
                <a:endParaRPr/>
              </a:p>
            </p:txBody>
          </p:sp>
        </p:grpSp>
        <p:grpSp>
          <p:nvGrpSpPr>
            <p:cNvPr id="170" name="Group 79">
              <a:extLst>
                <a:ext uri="{FF2B5EF4-FFF2-40B4-BE49-F238E27FC236}">
                  <a16:creationId xmlns:a16="http://schemas.microsoft.com/office/drawing/2014/main" id="{D74815E9-CFB8-4849-CEA5-67C1A41B8FDA}"/>
                </a:ext>
              </a:extLst>
            </p:cNvPr>
            <p:cNvGrpSpPr/>
            <p:nvPr/>
          </p:nvGrpSpPr>
          <p:grpSpPr>
            <a:xfrm>
              <a:off x="4294066" y="1139550"/>
              <a:ext cx="898819" cy="1652743"/>
              <a:chOff x="8629104" y="1641638"/>
              <a:chExt cx="2047901" cy="3765667"/>
            </a:xfrm>
          </p:grpSpPr>
          <p:grpSp>
            <p:nvGrpSpPr>
              <p:cNvPr id="208" name="Group 80">
                <a:extLst>
                  <a:ext uri="{FF2B5EF4-FFF2-40B4-BE49-F238E27FC236}">
                    <a16:creationId xmlns:a16="http://schemas.microsoft.com/office/drawing/2014/main" id="{A572EB71-DEBC-3C33-F9D4-264486AAFF7D}"/>
                  </a:ext>
                </a:extLst>
              </p:cNvPr>
              <p:cNvGrpSpPr/>
              <p:nvPr/>
            </p:nvGrpSpPr>
            <p:grpSpPr>
              <a:xfrm>
                <a:off x="8629104" y="1641638"/>
                <a:ext cx="1346929" cy="2987237"/>
                <a:chOff x="8629104" y="1641638"/>
                <a:chExt cx="1346929" cy="2987237"/>
              </a:xfrm>
            </p:grpSpPr>
            <p:sp>
              <p:nvSpPr>
                <p:cNvPr id="222" name="Freeform 81">
                  <a:extLst>
                    <a:ext uri="{FF2B5EF4-FFF2-40B4-BE49-F238E27FC236}">
                      <a16:creationId xmlns:a16="http://schemas.microsoft.com/office/drawing/2014/main" id="{26F7FCD1-A42A-3433-D389-DFEB1A017375}"/>
                    </a:ext>
                  </a:extLst>
                </p:cNvPr>
                <p:cNvSpPr/>
                <p:nvPr/>
              </p:nvSpPr>
              <p:spPr>
                <a:xfrm>
                  <a:off x="8726567" y="1729300"/>
                  <a:ext cx="1249466" cy="2765574"/>
                </a:xfrm>
                <a:custGeom>
                  <a:avLst/>
                  <a:gdLst/>
                  <a:ahLst/>
                  <a:cxnLst/>
                  <a:rect l="l" t="t" r="r" b="b"/>
                  <a:pathLst>
                    <a:path w="1249466" h="2765574">
                      <a:moveTo>
                        <a:pt x="715861" y="205702"/>
                      </a:moveTo>
                      <a:cubicBezTo>
                        <a:pt x="659866" y="205376"/>
                        <a:pt x="605517" y="198175"/>
                        <a:pt x="567158" y="143242"/>
                      </a:cubicBezTo>
                      <a:cubicBezTo>
                        <a:pt x="491870" y="35426"/>
                        <a:pt x="376956" y="-61366"/>
                        <a:pt x="248081" y="48272"/>
                      </a:cubicBezTo>
                      <a:cubicBezTo>
                        <a:pt x="173753" y="111507"/>
                        <a:pt x="229646" y="241590"/>
                        <a:pt x="165674" y="304161"/>
                      </a:cubicBezTo>
                      <a:cubicBezTo>
                        <a:pt x="109104" y="359497"/>
                        <a:pt x="37168" y="350350"/>
                        <a:pt x="8236" y="442191"/>
                      </a:cubicBezTo>
                      <a:cubicBezTo>
                        <a:pt x="-34327" y="577298"/>
                        <a:pt x="99815" y="695684"/>
                        <a:pt x="142880" y="812515"/>
                      </a:cubicBezTo>
                      <a:cubicBezTo>
                        <a:pt x="179017" y="910558"/>
                        <a:pt x="97741" y="947921"/>
                        <a:pt x="61227" y="1024320"/>
                      </a:cubicBezTo>
                      <a:cubicBezTo>
                        <a:pt x="33075" y="1083221"/>
                        <a:pt x="47549" y="1146306"/>
                        <a:pt x="78226" y="1202615"/>
                      </a:cubicBezTo>
                      <a:cubicBezTo>
                        <a:pt x="132318" y="1301906"/>
                        <a:pt x="252247" y="1381844"/>
                        <a:pt x="224464" y="1510410"/>
                      </a:cubicBezTo>
                      <a:cubicBezTo>
                        <a:pt x="201276" y="1617712"/>
                        <a:pt x="179712" y="1713343"/>
                        <a:pt x="274390" y="1794666"/>
                      </a:cubicBezTo>
                      <a:cubicBezTo>
                        <a:pt x="339293" y="1850413"/>
                        <a:pt x="459715" y="1901218"/>
                        <a:pt x="450538" y="2004401"/>
                      </a:cubicBezTo>
                      <a:cubicBezTo>
                        <a:pt x="447290" y="2040911"/>
                        <a:pt x="422018" y="2072038"/>
                        <a:pt x="415091" y="2108034"/>
                      </a:cubicBezTo>
                      <a:cubicBezTo>
                        <a:pt x="404127" y="2165002"/>
                        <a:pt x="441027" y="2220449"/>
                        <a:pt x="483885" y="2259548"/>
                      </a:cubicBezTo>
                      <a:cubicBezTo>
                        <a:pt x="581393" y="2348514"/>
                        <a:pt x="667036" y="2432417"/>
                        <a:pt x="740078" y="2544352"/>
                      </a:cubicBezTo>
                      <a:cubicBezTo>
                        <a:pt x="771291" y="2592183"/>
                        <a:pt x="896240" y="2700183"/>
                        <a:pt x="846305" y="2765574"/>
                      </a:cubicBezTo>
                      <a:cubicBezTo>
                        <a:pt x="937075" y="2646713"/>
                        <a:pt x="1033009" y="2531447"/>
                        <a:pt x="1115485" y="2406489"/>
                      </a:cubicBezTo>
                      <a:cubicBezTo>
                        <a:pt x="1183320" y="2303714"/>
                        <a:pt x="1285577" y="2153399"/>
                        <a:pt x="1215968" y="2026818"/>
                      </a:cubicBezTo>
                      <a:cubicBezTo>
                        <a:pt x="1194318" y="1987449"/>
                        <a:pt x="1154057" y="1958109"/>
                        <a:pt x="1143020" y="1914548"/>
                      </a:cubicBezTo>
                      <a:cubicBezTo>
                        <a:pt x="1123102" y="1835891"/>
                        <a:pt x="1200384" y="1762965"/>
                        <a:pt x="1229114" y="1696048"/>
                      </a:cubicBezTo>
                      <a:cubicBezTo>
                        <a:pt x="1274223" y="1590983"/>
                        <a:pt x="1241120" y="1468958"/>
                        <a:pt x="1161662" y="1390091"/>
                      </a:cubicBezTo>
                      <a:cubicBezTo>
                        <a:pt x="1124067" y="1352775"/>
                        <a:pt x="1083270" y="1311743"/>
                        <a:pt x="1077749" y="1259060"/>
                      </a:cubicBezTo>
                      <a:cubicBezTo>
                        <a:pt x="1071719" y="1201535"/>
                        <a:pt x="1107788" y="1147901"/>
                        <a:pt x="1124148" y="1094841"/>
                      </a:cubicBezTo>
                      <a:cubicBezTo>
                        <a:pt x="1139235" y="1045922"/>
                        <a:pt x="1148631" y="993917"/>
                        <a:pt x="1154139" y="943108"/>
                      </a:cubicBezTo>
                      <a:cubicBezTo>
                        <a:pt x="1158026" y="907228"/>
                        <a:pt x="1159527" y="870516"/>
                        <a:pt x="1151087" y="835429"/>
                      </a:cubicBezTo>
                      <a:cubicBezTo>
                        <a:pt x="1135039" y="768696"/>
                        <a:pt x="1074946" y="731599"/>
                        <a:pt x="1030463" y="684249"/>
                      </a:cubicBezTo>
                      <a:cubicBezTo>
                        <a:pt x="924571" y="571524"/>
                        <a:pt x="980233" y="438981"/>
                        <a:pt x="933971" y="307971"/>
                      </a:cubicBezTo>
                      <a:cubicBezTo>
                        <a:pt x="892446" y="190370"/>
                        <a:pt x="802200" y="206207"/>
                        <a:pt x="715861" y="205702"/>
                      </a:cubicBezTo>
                      <a:close/>
                    </a:path>
                  </a:pathLst>
                </a:custGeom>
                <a:solidFill>
                  <a:srgbClr val="3DC8E8"/>
                </a:solidFill>
                <a:ln cap="flat">
                  <a:noFill/>
                  <a:prstDash val="solid"/>
                  <a:miter lim="800000"/>
                </a:ln>
              </p:spPr>
              <p:txBody>
                <a:bodyPr vert="horz" lIns="91440" tIns="45720" rIns="91440" bIns="45720" anchor="ctr">
                  <a:normAutofit/>
                </a:bodyPr>
                <a:lstStyle/>
                <a:p>
                  <a:pPr marL="0" algn="l"/>
                  <a:endParaRPr/>
                </a:p>
              </p:txBody>
            </p:sp>
            <p:grpSp>
              <p:nvGrpSpPr>
                <p:cNvPr id="223" name="Group 82">
                  <a:extLst>
                    <a:ext uri="{FF2B5EF4-FFF2-40B4-BE49-F238E27FC236}">
                      <a16:creationId xmlns:a16="http://schemas.microsoft.com/office/drawing/2014/main" id="{FE044B49-F8A6-5473-1228-5BDC92EB7FA9}"/>
                    </a:ext>
                  </a:extLst>
                </p:cNvPr>
                <p:cNvGrpSpPr/>
                <p:nvPr/>
              </p:nvGrpSpPr>
              <p:grpSpPr>
                <a:xfrm>
                  <a:off x="8629104" y="1641638"/>
                  <a:ext cx="1277705" cy="2987237"/>
                  <a:chOff x="8629104" y="1641638"/>
                  <a:chExt cx="1277705" cy="2987237"/>
                </a:xfrm>
                <a:noFill/>
              </p:grpSpPr>
              <p:sp>
                <p:nvSpPr>
                  <p:cNvPr id="224" name="Freeform 83">
                    <a:extLst>
                      <a:ext uri="{FF2B5EF4-FFF2-40B4-BE49-F238E27FC236}">
                        <a16:creationId xmlns:a16="http://schemas.microsoft.com/office/drawing/2014/main" id="{DF67B626-D6D3-EFDC-EC7C-12B5E6440D69}"/>
                      </a:ext>
                    </a:extLst>
                  </p:cNvPr>
                  <p:cNvSpPr/>
                  <p:nvPr/>
                </p:nvSpPr>
                <p:spPr>
                  <a:xfrm>
                    <a:off x="8984906" y="1641638"/>
                    <a:ext cx="615144" cy="2987237"/>
                  </a:xfrm>
                  <a:custGeom>
                    <a:avLst/>
                    <a:gdLst/>
                    <a:ahLst/>
                    <a:cxnLst/>
                    <a:rect l="l" t="t" r="r" b="b"/>
                    <a:pathLst>
                      <a:path w="615144" h="2987237">
                        <a:moveTo>
                          <a:pt x="599226" y="2987238"/>
                        </a:moveTo>
                        <a:cubicBezTo>
                          <a:pt x="638557" y="2536556"/>
                          <a:pt x="602433" y="2082299"/>
                          <a:pt x="519180" y="1638449"/>
                        </a:cubicBezTo>
                        <a:cubicBezTo>
                          <a:pt x="439756" y="1215040"/>
                          <a:pt x="335518" y="790174"/>
                          <a:pt x="177477" y="388797"/>
                        </a:cubicBezTo>
                        <a:cubicBezTo>
                          <a:pt x="125257" y="256181"/>
                          <a:pt x="66625" y="126024"/>
                          <a:pt x="0" y="0"/>
                        </a:cubicBezTo>
                      </a:path>
                    </a:pathLst>
                  </a:custGeom>
                  <a:noFill/>
                  <a:ln w="21422" cap="flat">
                    <a:solidFill>
                      <a:srgbClr val="26A8D1"/>
                    </a:solidFill>
                    <a:prstDash val="solid"/>
                    <a:miter lim="800000"/>
                  </a:ln>
                </p:spPr>
                <p:txBody>
                  <a:bodyPr vert="horz" lIns="91440" tIns="45720" rIns="91440" bIns="45720" anchor="ctr">
                    <a:normAutofit/>
                  </a:bodyPr>
                  <a:lstStyle/>
                  <a:p>
                    <a:pPr marL="0" algn="l"/>
                    <a:endParaRPr/>
                  </a:p>
                </p:txBody>
              </p:sp>
              <p:sp>
                <p:nvSpPr>
                  <p:cNvPr id="225" name="Freeform 84">
                    <a:extLst>
                      <a:ext uri="{FF2B5EF4-FFF2-40B4-BE49-F238E27FC236}">
                        <a16:creationId xmlns:a16="http://schemas.microsoft.com/office/drawing/2014/main" id="{7237E149-D9A3-F83C-3C25-9465FF9445DE}"/>
                      </a:ext>
                    </a:extLst>
                  </p:cNvPr>
                  <p:cNvSpPr/>
                  <p:nvPr/>
                </p:nvSpPr>
                <p:spPr>
                  <a:xfrm>
                    <a:off x="8629104" y="2245973"/>
                    <a:ext cx="745498" cy="405474"/>
                  </a:xfrm>
                  <a:custGeom>
                    <a:avLst/>
                    <a:gdLst/>
                    <a:ahLst/>
                    <a:cxnLst/>
                    <a:rect l="l" t="t" r="r" b="b"/>
                    <a:pathLst>
                      <a:path w="745498" h="405474">
                        <a:moveTo>
                          <a:pt x="0" y="0"/>
                        </a:moveTo>
                        <a:cubicBezTo>
                          <a:pt x="221830" y="78301"/>
                          <a:pt x="433413" y="185573"/>
                          <a:pt x="627678" y="318237"/>
                        </a:cubicBezTo>
                        <a:cubicBezTo>
                          <a:pt x="676966" y="351893"/>
                          <a:pt x="704411" y="362192"/>
                          <a:pt x="745499" y="405475"/>
                        </a:cubicBezTo>
                      </a:path>
                    </a:pathLst>
                  </a:custGeom>
                  <a:noFill/>
                  <a:ln w="21422" cap="flat">
                    <a:solidFill>
                      <a:srgbClr val="26A8D1"/>
                    </a:solidFill>
                    <a:prstDash val="solid"/>
                    <a:miter lim="800000"/>
                  </a:ln>
                </p:spPr>
                <p:txBody>
                  <a:bodyPr vert="horz" lIns="91440" tIns="45720" rIns="91440" bIns="45720" anchor="ctr">
                    <a:normAutofit fontScale="62500" lnSpcReduction="20000"/>
                  </a:bodyPr>
                  <a:lstStyle/>
                  <a:p>
                    <a:pPr marL="0" algn="l"/>
                    <a:endParaRPr/>
                  </a:p>
                </p:txBody>
              </p:sp>
              <p:sp>
                <p:nvSpPr>
                  <p:cNvPr id="226" name="Freeform 85">
                    <a:extLst>
                      <a:ext uri="{FF2B5EF4-FFF2-40B4-BE49-F238E27FC236}">
                        <a16:creationId xmlns:a16="http://schemas.microsoft.com/office/drawing/2014/main" id="{EE832684-B6EE-AC07-A0C0-5849A0BDE873}"/>
                      </a:ext>
                    </a:extLst>
                  </p:cNvPr>
                  <p:cNvSpPr/>
                  <p:nvPr/>
                </p:nvSpPr>
                <p:spPr>
                  <a:xfrm>
                    <a:off x="8775287" y="2862349"/>
                    <a:ext cx="704509" cy="271941"/>
                  </a:xfrm>
                  <a:custGeom>
                    <a:avLst/>
                    <a:gdLst/>
                    <a:ahLst/>
                    <a:cxnLst/>
                    <a:rect l="l" t="t" r="r" b="b"/>
                    <a:pathLst>
                      <a:path w="704509" h="271941">
                        <a:moveTo>
                          <a:pt x="704509" y="271941"/>
                        </a:moveTo>
                        <a:cubicBezTo>
                          <a:pt x="491598" y="134348"/>
                          <a:pt x="250141" y="41144"/>
                          <a:pt x="0" y="0"/>
                        </a:cubicBezTo>
                      </a:path>
                    </a:pathLst>
                  </a:custGeom>
                  <a:noFill/>
                  <a:ln w="21422" cap="flat">
                    <a:solidFill>
                      <a:srgbClr val="26A8D1"/>
                    </a:solidFill>
                    <a:prstDash val="solid"/>
                    <a:miter lim="800000"/>
                  </a:ln>
                </p:spPr>
                <p:txBody>
                  <a:bodyPr vert="horz" lIns="91440" tIns="45720" rIns="91440" bIns="45720" anchor="ctr">
                    <a:normAutofit fontScale="25000" lnSpcReduction="20000"/>
                  </a:bodyPr>
                  <a:lstStyle/>
                  <a:p>
                    <a:pPr marL="0" algn="l"/>
                    <a:endParaRPr/>
                  </a:p>
                </p:txBody>
              </p:sp>
              <p:sp>
                <p:nvSpPr>
                  <p:cNvPr id="227" name="Freeform 86">
                    <a:extLst>
                      <a:ext uri="{FF2B5EF4-FFF2-40B4-BE49-F238E27FC236}">
                        <a16:creationId xmlns:a16="http://schemas.microsoft.com/office/drawing/2014/main" id="{34307FB5-E099-BAE1-EC54-76D4FE4F06B1}"/>
                      </a:ext>
                    </a:extLst>
                  </p:cNvPr>
                  <p:cNvSpPr/>
                  <p:nvPr/>
                </p:nvSpPr>
                <p:spPr>
                  <a:xfrm>
                    <a:off x="8868238" y="3366437"/>
                    <a:ext cx="695765" cy="349230"/>
                  </a:xfrm>
                  <a:custGeom>
                    <a:avLst/>
                    <a:gdLst/>
                    <a:ahLst/>
                    <a:cxnLst/>
                    <a:rect l="l" t="t" r="r" b="b"/>
                    <a:pathLst>
                      <a:path w="695765" h="349230">
                        <a:moveTo>
                          <a:pt x="695765" y="349231"/>
                        </a:moveTo>
                        <a:cubicBezTo>
                          <a:pt x="497616" y="177519"/>
                          <a:pt x="256081" y="56283"/>
                          <a:pt x="0" y="0"/>
                        </a:cubicBezTo>
                      </a:path>
                    </a:pathLst>
                  </a:custGeom>
                  <a:noFill/>
                  <a:ln w="21422" cap="flat">
                    <a:solidFill>
                      <a:srgbClr val="26A8D1"/>
                    </a:solidFill>
                    <a:prstDash val="solid"/>
                    <a:miter lim="800000"/>
                  </a:ln>
                </p:spPr>
                <p:txBody>
                  <a:bodyPr vert="horz" lIns="91440" tIns="45720" rIns="91440" bIns="45720" anchor="ctr">
                    <a:normAutofit fontScale="40000" lnSpcReduction="20000"/>
                  </a:bodyPr>
                  <a:lstStyle/>
                  <a:p>
                    <a:pPr marL="0" algn="l"/>
                    <a:endParaRPr/>
                  </a:p>
                </p:txBody>
              </p:sp>
              <p:sp>
                <p:nvSpPr>
                  <p:cNvPr id="228" name="Freeform 87">
                    <a:extLst>
                      <a:ext uri="{FF2B5EF4-FFF2-40B4-BE49-F238E27FC236}">
                        <a16:creationId xmlns:a16="http://schemas.microsoft.com/office/drawing/2014/main" id="{8878D801-8B01-DFC2-2A7D-9FF4B7FA382C}"/>
                      </a:ext>
                    </a:extLst>
                  </p:cNvPr>
                  <p:cNvSpPr/>
                  <p:nvPr/>
                </p:nvSpPr>
                <p:spPr>
                  <a:xfrm>
                    <a:off x="9363591" y="1945314"/>
                    <a:ext cx="174171" cy="691290"/>
                  </a:xfrm>
                  <a:custGeom>
                    <a:avLst/>
                    <a:gdLst/>
                    <a:ahLst/>
                    <a:cxnLst/>
                    <a:rect l="l" t="t" r="r" b="b"/>
                    <a:pathLst>
                      <a:path w="174171" h="691290">
                        <a:moveTo>
                          <a:pt x="0" y="691291"/>
                        </a:moveTo>
                        <a:cubicBezTo>
                          <a:pt x="15486" y="452846"/>
                          <a:pt x="74829" y="217317"/>
                          <a:pt x="174172" y="0"/>
                        </a:cubicBezTo>
                      </a:path>
                    </a:pathLst>
                  </a:custGeom>
                  <a:noFill/>
                  <a:ln w="21422" cap="flat">
                    <a:solidFill>
                      <a:srgbClr val="26A8D1"/>
                    </a:solidFill>
                    <a:prstDash val="solid"/>
                    <a:miter lim="800000"/>
                  </a:ln>
                </p:spPr>
                <p:txBody>
                  <a:bodyPr vert="horz" lIns="91440" tIns="45720" rIns="91440" bIns="45720" anchor="ctr">
                    <a:normAutofit/>
                  </a:bodyPr>
                  <a:lstStyle/>
                  <a:p>
                    <a:pPr marL="0" algn="l"/>
                    <a:endParaRPr/>
                  </a:p>
                </p:txBody>
              </p:sp>
              <p:sp>
                <p:nvSpPr>
                  <p:cNvPr id="229" name="Freeform 88">
                    <a:extLst>
                      <a:ext uri="{FF2B5EF4-FFF2-40B4-BE49-F238E27FC236}">
                        <a16:creationId xmlns:a16="http://schemas.microsoft.com/office/drawing/2014/main" id="{FF47B785-8356-5193-3715-33F0616F715F}"/>
                      </a:ext>
                    </a:extLst>
                  </p:cNvPr>
                  <p:cNvSpPr/>
                  <p:nvPr/>
                </p:nvSpPr>
                <p:spPr>
                  <a:xfrm>
                    <a:off x="9477083" y="2547562"/>
                    <a:ext cx="424373" cy="567070"/>
                  </a:xfrm>
                  <a:custGeom>
                    <a:avLst/>
                    <a:gdLst/>
                    <a:ahLst/>
                    <a:cxnLst/>
                    <a:rect l="l" t="t" r="r" b="b"/>
                    <a:pathLst>
                      <a:path w="424373" h="567070">
                        <a:moveTo>
                          <a:pt x="0" y="567071"/>
                        </a:moveTo>
                        <a:cubicBezTo>
                          <a:pt x="100680" y="351678"/>
                          <a:pt x="246116" y="157340"/>
                          <a:pt x="424373" y="0"/>
                        </a:cubicBezTo>
                      </a:path>
                    </a:pathLst>
                  </a:custGeom>
                  <a:noFill/>
                  <a:ln w="21422" cap="flat">
                    <a:solidFill>
                      <a:srgbClr val="26A8D1"/>
                    </a:solidFill>
                    <a:prstDash val="solid"/>
                    <a:miter lim="800000"/>
                  </a:ln>
                </p:spPr>
                <p:txBody>
                  <a:bodyPr vert="horz" lIns="91440" tIns="45720" rIns="91440" bIns="45720" anchor="ctr">
                    <a:normAutofit fontScale="92500" lnSpcReduction="10000"/>
                  </a:bodyPr>
                  <a:lstStyle/>
                  <a:p>
                    <a:pPr marL="0" algn="l"/>
                    <a:endParaRPr/>
                  </a:p>
                </p:txBody>
              </p:sp>
              <p:sp>
                <p:nvSpPr>
                  <p:cNvPr id="230" name="Freeform 89">
                    <a:extLst>
                      <a:ext uri="{FF2B5EF4-FFF2-40B4-BE49-F238E27FC236}">
                        <a16:creationId xmlns:a16="http://schemas.microsoft.com/office/drawing/2014/main" id="{56FAA73D-D5CE-6DF7-1024-4A97B4569211}"/>
                      </a:ext>
                    </a:extLst>
                  </p:cNvPr>
                  <p:cNvSpPr/>
                  <p:nvPr/>
                </p:nvSpPr>
                <p:spPr>
                  <a:xfrm>
                    <a:off x="9577192" y="3226787"/>
                    <a:ext cx="329617" cy="505417"/>
                  </a:xfrm>
                  <a:custGeom>
                    <a:avLst/>
                    <a:gdLst/>
                    <a:ahLst/>
                    <a:cxnLst/>
                    <a:rect l="l" t="t" r="r" b="b"/>
                    <a:pathLst>
                      <a:path w="329617" h="505417">
                        <a:moveTo>
                          <a:pt x="0" y="505418"/>
                        </a:moveTo>
                        <a:cubicBezTo>
                          <a:pt x="13914" y="438873"/>
                          <a:pt x="38320" y="374528"/>
                          <a:pt x="72031" y="315489"/>
                        </a:cubicBezTo>
                        <a:cubicBezTo>
                          <a:pt x="111250" y="246811"/>
                          <a:pt x="162569" y="185903"/>
                          <a:pt x="214819" y="126539"/>
                        </a:cubicBezTo>
                        <a:cubicBezTo>
                          <a:pt x="252447" y="83783"/>
                          <a:pt x="290720" y="41598"/>
                          <a:pt x="329617" y="0"/>
                        </a:cubicBezTo>
                      </a:path>
                    </a:pathLst>
                  </a:custGeom>
                  <a:noFill/>
                  <a:ln w="21422" cap="flat">
                    <a:solidFill>
                      <a:srgbClr val="26A8D1"/>
                    </a:solidFill>
                    <a:prstDash val="solid"/>
                    <a:miter lim="800000"/>
                  </a:ln>
                </p:spPr>
                <p:txBody>
                  <a:bodyPr vert="horz" lIns="91440" tIns="45720" rIns="91440" bIns="45720" anchor="ctr">
                    <a:normAutofit fontScale="85000" lnSpcReduction="20000"/>
                  </a:bodyPr>
                  <a:lstStyle/>
                  <a:p>
                    <a:pPr marL="0" algn="l"/>
                    <a:endParaRPr/>
                  </a:p>
                </p:txBody>
              </p:sp>
            </p:grpSp>
          </p:grpSp>
          <p:grpSp>
            <p:nvGrpSpPr>
              <p:cNvPr id="209" name="Group 90">
                <a:extLst>
                  <a:ext uri="{FF2B5EF4-FFF2-40B4-BE49-F238E27FC236}">
                    <a16:creationId xmlns:a16="http://schemas.microsoft.com/office/drawing/2014/main" id="{DB6C152A-5256-29CA-08D9-0BA69FAF7D13}"/>
                  </a:ext>
                </a:extLst>
              </p:cNvPr>
              <p:cNvGrpSpPr/>
              <p:nvPr/>
            </p:nvGrpSpPr>
            <p:grpSpPr>
              <a:xfrm>
                <a:off x="9482456" y="2606965"/>
                <a:ext cx="1194549" cy="2083923"/>
                <a:chOff x="9482456" y="2606965"/>
                <a:chExt cx="1194549" cy="2083923"/>
              </a:xfrm>
            </p:grpSpPr>
            <p:sp>
              <p:nvSpPr>
                <p:cNvPr id="213" name="Freeform 91">
                  <a:extLst>
                    <a:ext uri="{FF2B5EF4-FFF2-40B4-BE49-F238E27FC236}">
                      <a16:creationId xmlns:a16="http://schemas.microsoft.com/office/drawing/2014/main" id="{46591E8C-B581-2F8C-424A-5B68868961E6}"/>
                    </a:ext>
                  </a:extLst>
                </p:cNvPr>
                <p:cNvSpPr/>
                <p:nvPr/>
              </p:nvSpPr>
              <p:spPr>
                <a:xfrm>
                  <a:off x="9482456" y="2654082"/>
                  <a:ext cx="1129100" cy="1941171"/>
                </a:xfrm>
                <a:custGeom>
                  <a:avLst/>
                  <a:gdLst/>
                  <a:ahLst/>
                  <a:cxnLst/>
                  <a:rect l="l" t="t" r="r" b="b"/>
                  <a:pathLst>
                    <a:path w="1129100" h="1941171">
                      <a:moveTo>
                        <a:pt x="647633" y="102357"/>
                      </a:moveTo>
                      <a:cubicBezTo>
                        <a:pt x="688296" y="109871"/>
                        <a:pt x="728716" y="112169"/>
                        <a:pt x="764141" y="77634"/>
                      </a:cubicBezTo>
                      <a:cubicBezTo>
                        <a:pt x="833672" y="9847"/>
                        <a:pt x="930431" y="-44460"/>
                        <a:pt x="1008736" y="52911"/>
                      </a:cubicBezTo>
                      <a:cubicBezTo>
                        <a:pt x="1053900" y="109065"/>
                        <a:pt x="995351" y="195690"/>
                        <a:pt x="1033095" y="249933"/>
                      </a:cubicBezTo>
                      <a:cubicBezTo>
                        <a:pt x="1066471" y="297900"/>
                        <a:pt x="1119917" y="301222"/>
                        <a:pt x="1128194" y="371847"/>
                      </a:cubicBezTo>
                      <a:cubicBezTo>
                        <a:pt x="1140367" y="475741"/>
                        <a:pt x="1026678" y="543048"/>
                        <a:pt x="979268" y="621834"/>
                      </a:cubicBezTo>
                      <a:cubicBezTo>
                        <a:pt x="939483" y="687949"/>
                        <a:pt x="993267" y="726303"/>
                        <a:pt x="1009177" y="786773"/>
                      </a:cubicBezTo>
                      <a:cubicBezTo>
                        <a:pt x="1021445" y="833394"/>
                        <a:pt x="1002212" y="877153"/>
                        <a:pt x="972170" y="913753"/>
                      </a:cubicBezTo>
                      <a:cubicBezTo>
                        <a:pt x="919188" y="978287"/>
                        <a:pt x="821132" y="1019675"/>
                        <a:pt x="823488" y="1116780"/>
                      </a:cubicBezTo>
                      <a:cubicBezTo>
                        <a:pt x="825456" y="1197824"/>
                        <a:pt x="827865" y="1270176"/>
                        <a:pt x="747926" y="1316060"/>
                      </a:cubicBezTo>
                      <a:cubicBezTo>
                        <a:pt x="693135" y="1347517"/>
                        <a:pt x="598748" y="1367697"/>
                        <a:pt x="591123" y="1443812"/>
                      </a:cubicBezTo>
                      <a:cubicBezTo>
                        <a:pt x="588427" y="1470747"/>
                        <a:pt x="602447" y="1496820"/>
                        <a:pt x="602490" y="1523892"/>
                      </a:cubicBezTo>
                      <a:cubicBezTo>
                        <a:pt x="602558" y="1566733"/>
                        <a:pt x="568114" y="1601842"/>
                        <a:pt x="531616" y="1624276"/>
                      </a:cubicBezTo>
                      <a:cubicBezTo>
                        <a:pt x="448570" y="1675312"/>
                        <a:pt x="374834" y="1724322"/>
                        <a:pt x="306361" y="1795405"/>
                      </a:cubicBezTo>
                      <a:cubicBezTo>
                        <a:pt x="277103" y="1825781"/>
                        <a:pt x="171516" y="1886826"/>
                        <a:pt x="198686" y="1941172"/>
                      </a:cubicBezTo>
                      <a:cubicBezTo>
                        <a:pt x="149295" y="1842386"/>
                        <a:pt x="95662" y="1745500"/>
                        <a:pt x="53134" y="1643440"/>
                      </a:cubicBezTo>
                      <a:cubicBezTo>
                        <a:pt x="18154" y="1559502"/>
                        <a:pt x="-35214" y="1436311"/>
                        <a:pt x="32800" y="1354127"/>
                      </a:cubicBezTo>
                      <a:cubicBezTo>
                        <a:pt x="53953" y="1328568"/>
                        <a:pt x="87218" y="1312854"/>
                        <a:pt x="101251" y="1282786"/>
                      </a:cubicBezTo>
                      <a:cubicBezTo>
                        <a:pt x="126588" y="1228488"/>
                        <a:pt x="80621" y="1164893"/>
                        <a:pt x="69044" y="1112374"/>
                      </a:cubicBezTo>
                      <a:cubicBezTo>
                        <a:pt x="50867" y="1029919"/>
                        <a:pt x="91770" y="945986"/>
                        <a:pt x="160324" y="899780"/>
                      </a:cubicBezTo>
                      <a:cubicBezTo>
                        <a:pt x="192759" y="877916"/>
                        <a:pt x="228030" y="853797"/>
                        <a:pt x="239329" y="816348"/>
                      </a:cubicBezTo>
                      <a:cubicBezTo>
                        <a:pt x="251664" y="775457"/>
                        <a:pt x="232924" y="731557"/>
                        <a:pt x="228403" y="690804"/>
                      </a:cubicBezTo>
                      <a:cubicBezTo>
                        <a:pt x="224233" y="653230"/>
                        <a:pt x="224609" y="614208"/>
                        <a:pt x="227648" y="576588"/>
                      </a:cubicBezTo>
                      <a:cubicBezTo>
                        <a:pt x="229791" y="550022"/>
                        <a:pt x="233791" y="523186"/>
                        <a:pt x="244768" y="498900"/>
                      </a:cubicBezTo>
                      <a:cubicBezTo>
                        <a:pt x="265646" y="452715"/>
                        <a:pt x="314373" y="434126"/>
                        <a:pt x="353189" y="405935"/>
                      </a:cubicBezTo>
                      <a:cubicBezTo>
                        <a:pt x="445605" y="338825"/>
                        <a:pt x="423573" y="234974"/>
                        <a:pt x="475261" y="146347"/>
                      </a:cubicBezTo>
                      <a:cubicBezTo>
                        <a:pt x="521663" y="66794"/>
                        <a:pt x="584933" y="90772"/>
                        <a:pt x="647633" y="102357"/>
                      </a:cubicBezTo>
                      <a:close/>
                    </a:path>
                  </a:pathLst>
                </a:custGeom>
                <a:solidFill>
                  <a:srgbClr val="26A8D1"/>
                </a:solidFill>
                <a:ln cap="flat">
                  <a:noFill/>
                  <a:prstDash val="solid"/>
                  <a:miter lim="800000"/>
                </a:ln>
              </p:spPr>
              <p:txBody>
                <a:bodyPr vert="horz" lIns="91440" tIns="45720" rIns="91440" bIns="45720" anchor="ctr">
                  <a:normAutofit/>
                </a:bodyPr>
                <a:lstStyle/>
                <a:p>
                  <a:pPr marL="0" algn="l"/>
                  <a:endParaRPr/>
                </a:p>
              </p:txBody>
            </p:sp>
            <p:grpSp>
              <p:nvGrpSpPr>
                <p:cNvPr id="214" name="Group 92">
                  <a:extLst>
                    <a:ext uri="{FF2B5EF4-FFF2-40B4-BE49-F238E27FC236}">
                      <a16:creationId xmlns:a16="http://schemas.microsoft.com/office/drawing/2014/main" id="{79665837-F9F8-48A1-321D-E91309A2A154}"/>
                    </a:ext>
                  </a:extLst>
                </p:cNvPr>
                <p:cNvGrpSpPr/>
                <p:nvPr/>
              </p:nvGrpSpPr>
              <p:grpSpPr>
                <a:xfrm>
                  <a:off x="9614440" y="2606965"/>
                  <a:ext cx="1062565" cy="2083923"/>
                  <a:chOff x="9614440" y="2606965"/>
                  <a:chExt cx="1062565" cy="2083923"/>
                </a:xfrm>
                <a:noFill/>
              </p:grpSpPr>
              <p:sp>
                <p:nvSpPr>
                  <p:cNvPr id="215" name="Freeform 93">
                    <a:extLst>
                      <a:ext uri="{FF2B5EF4-FFF2-40B4-BE49-F238E27FC236}">
                        <a16:creationId xmlns:a16="http://schemas.microsoft.com/office/drawing/2014/main" id="{ADA93971-0EF1-DCF9-15FC-C45770D32413}"/>
                      </a:ext>
                    </a:extLst>
                  </p:cNvPr>
                  <p:cNvSpPr/>
                  <p:nvPr/>
                </p:nvSpPr>
                <p:spPr>
                  <a:xfrm>
                    <a:off x="9654430" y="2606965"/>
                    <a:ext cx="848137" cy="2083923"/>
                  </a:xfrm>
                  <a:custGeom>
                    <a:avLst/>
                    <a:gdLst/>
                    <a:ahLst/>
                    <a:cxnLst/>
                    <a:rect l="l" t="t" r="r" b="b"/>
                    <a:pathLst>
                      <a:path w="848137" h="2083923">
                        <a:moveTo>
                          <a:pt x="0" y="2083924"/>
                        </a:moveTo>
                        <a:cubicBezTo>
                          <a:pt x="33853" y="1751568"/>
                          <a:pt x="122930" y="1427060"/>
                          <a:pt x="244754" y="1116628"/>
                        </a:cubicBezTo>
                        <a:cubicBezTo>
                          <a:pt x="360971" y="820491"/>
                          <a:pt x="495393" y="526733"/>
                          <a:pt x="665586" y="257458"/>
                        </a:cubicBezTo>
                        <a:cubicBezTo>
                          <a:pt x="721818" y="168488"/>
                          <a:pt x="782365" y="82193"/>
                          <a:pt x="848138" y="0"/>
                        </a:cubicBezTo>
                      </a:path>
                    </a:pathLst>
                  </a:custGeom>
                  <a:noFill/>
                  <a:ln w="21422" cap="flat">
                    <a:solidFill>
                      <a:srgbClr val="3DC8E8"/>
                    </a:solidFill>
                    <a:prstDash val="solid"/>
                    <a:miter lim="800000"/>
                  </a:ln>
                </p:spPr>
                <p:txBody>
                  <a:bodyPr vert="horz" lIns="91440" tIns="45720" rIns="91440" bIns="45720" anchor="ctr">
                    <a:normAutofit/>
                  </a:bodyPr>
                  <a:lstStyle/>
                  <a:p>
                    <a:pPr marL="0" algn="l"/>
                    <a:endParaRPr/>
                  </a:p>
                </p:txBody>
              </p:sp>
              <p:sp>
                <p:nvSpPr>
                  <p:cNvPr id="216" name="Freeform 94">
                    <a:extLst>
                      <a:ext uri="{FF2B5EF4-FFF2-40B4-BE49-F238E27FC236}">
                        <a16:creationId xmlns:a16="http://schemas.microsoft.com/office/drawing/2014/main" id="{70CE4042-A3F4-6E24-2DB2-5269C0A6870C}"/>
                      </a:ext>
                    </a:extLst>
                  </p:cNvPr>
                  <p:cNvSpPr/>
                  <p:nvPr/>
                </p:nvSpPr>
                <p:spPr>
                  <a:xfrm>
                    <a:off x="10080119" y="3094582"/>
                    <a:ext cx="596886" cy="190935"/>
                  </a:xfrm>
                  <a:custGeom>
                    <a:avLst/>
                    <a:gdLst/>
                    <a:ahLst/>
                    <a:cxnLst/>
                    <a:rect l="l" t="t" r="r" b="b"/>
                    <a:pathLst>
                      <a:path w="596886" h="190935">
                        <a:moveTo>
                          <a:pt x="596887" y="0"/>
                        </a:moveTo>
                        <a:cubicBezTo>
                          <a:pt x="425140" y="26090"/>
                          <a:pt x="256815" y="74619"/>
                          <a:pt x="97538" y="143962"/>
                        </a:cubicBezTo>
                        <a:cubicBezTo>
                          <a:pt x="57128" y="161553"/>
                          <a:pt x="35795" y="165226"/>
                          <a:pt x="0" y="190935"/>
                        </a:cubicBezTo>
                      </a:path>
                    </a:pathLst>
                  </a:custGeom>
                  <a:noFill/>
                  <a:ln w="21422" cap="flat">
                    <a:solidFill>
                      <a:srgbClr val="3DC8E8"/>
                    </a:solidFill>
                    <a:prstDash val="solid"/>
                    <a:miter lim="800000"/>
                  </a:ln>
                </p:spPr>
                <p:txBody>
                  <a:bodyPr vert="horz" lIns="91440" tIns="45720" rIns="91440" bIns="45720" anchor="ctr">
                    <a:normAutofit fontScale="25000" lnSpcReduction="20000"/>
                  </a:bodyPr>
                  <a:lstStyle/>
                  <a:p>
                    <a:pPr marL="0" algn="l"/>
                    <a:endParaRPr/>
                  </a:p>
                </p:txBody>
              </p:sp>
              <p:sp>
                <p:nvSpPr>
                  <p:cNvPr id="217" name="Freeform 95">
                    <a:extLst>
                      <a:ext uri="{FF2B5EF4-FFF2-40B4-BE49-F238E27FC236}">
                        <a16:creationId xmlns:a16="http://schemas.microsoft.com/office/drawing/2014/main" id="{13E42CC7-2DE5-B919-79E1-5B41BAA92444}"/>
                      </a:ext>
                    </a:extLst>
                  </p:cNvPr>
                  <p:cNvSpPr/>
                  <p:nvPr/>
                </p:nvSpPr>
                <p:spPr>
                  <a:xfrm>
                    <a:off x="9936985" y="3521014"/>
                    <a:ext cx="548669" cy="100184"/>
                  </a:xfrm>
                  <a:custGeom>
                    <a:avLst/>
                    <a:gdLst/>
                    <a:ahLst/>
                    <a:cxnLst/>
                    <a:rect l="l" t="t" r="r" b="b"/>
                    <a:pathLst>
                      <a:path w="548669" h="100184">
                        <a:moveTo>
                          <a:pt x="0" y="100185"/>
                        </a:moveTo>
                        <a:cubicBezTo>
                          <a:pt x="173485" y="29848"/>
                          <a:pt x="361532" y="-4335"/>
                          <a:pt x="548669" y="440"/>
                        </a:cubicBezTo>
                      </a:path>
                    </a:pathLst>
                  </a:custGeom>
                  <a:noFill/>
                  <a:ln w="21422" cap="flat">
                    <a:solidFill>
                      <a:srgbClr val="3DC8E8"/>
                    </a:solidFill>
                    <a:prstDash val="solid"/>
                    <a:miter lim="800000"/>
                  </a:ln>
                </p:spPr>
                <p:txBody>
                  <a:bodyPr vert="horz" lIns="91440" tIns="45720" rIns="91440" bIns="45720" anchor="ctr">
                    <a:normAutofit fontScale="25000" lnSpcReduction="20000"/>
                  </a:bodyPr>
                  <a:lstStyle/>
                  <a:p>
                    <a:pPr marL="0" algn="l"/>
                    <a:endParaRPr/>
                  </a:p>
                </p:txBody>
              </p:sp>
              <p:sp>
                <p:nvSpPr>
                  <p:cNvPr id="218" name="Freeform 96">
                    <a:extLst>
                      <a:ext uri="{FF2B5EF4-FFF2-40B4-BE49-F238E27FC236}">
                        <a16:creationId xmlns:a16="http://schemas.microsoft.com/office/drawing/2014/main" id="{65280C3B-C2D9-F967-2DF5-079A7CCCABAD}"/>
                      </a:ext>
                    </a:extLst>
                  </p:cNvPr>
                  <p:cNvSpPr/>
                  <p:nvPr/>
                </p:nvSpPr>
                <p:spPr>
                  <a:xfrm>
                    <a:off x="9795431" y="3874242"/>
                    <a:ext cx="553029" cy="157018"/>
                  </a:xfrm>
                  <a:custGeom>
                    <a:avLst/>
                    <a:gdLst/>
                    <a:ahLst/>
                    <a:cxnLst/>
                    <a:rect l="l" t="t" r="r" b="b"/>
                    <a:pathLst>
                      <a:path w="553029" h="157018">
                        <a:moveTo>
                          <a:pt x="0" y="157018"/>
                        </a:moveTo>
                        <a:cubicBezTo>
                          <a:pt x="167499" y="59887"/>
                          <a:pt x="359484" y="5379"/>
                          <a:pt x="553030" y="0"/>
                        </a:cubicBezTo>
                      </a:path>
                    </a:pathLst>
                  </a:custGeom>
                  <a:noFill/>
                  <a:ln w="21422" cap="flat">
                    <a:solidFill>
                      <a:srgbClr val="3DC8E8"/>
                    </a:solidFill>
                    <a:prstDash val="solid"/>
                    <a:miter lim="800000"/>
                  </a:ln>
                </p:spPr>
                <p:txBody>
                  <a:bodyPr vert="horz" lIns="91440" tIns="45720" rIns="91440" bIns="45720" anchor="ctr">
                    <a:normAutofit fontScale="25000" lnSpcReduction="20000"/>
                  </a:bodyPr>
                  <a:lstStyle/>
                  <a:p>
                    <a:pPr marL="0" algn="l"/>
                    <a:endParaRPr/>
                  </a:p>
                </p:txBody>
              </p:sp>
              <p:sp>
                <p:nvSpPr>
                  <p:cNvPr id="219" name="Freeform 97">
                    <a:extLst>
                      <a:ext uri="{FF2B5EF4-FFF2-40B4-BE49-F238E27FC236}">
                        <a16:creationId xmlns:a16="http://schemas.microsoft.com/office/drawing/2014/main" id="{C05BE60D-79EF-31A1-5D34-0F267931D2A3}"/>
                      </a:ext>
                    </a:extLst>
                  </p:cNvPr>
                  <p:cNvSpPr/>
                  <p:nvPr/>
                </p:nvSpPr>
                <p:spPr>
                  <a:xfrm>
                    <a:off x="10059507" y="2750722"/>
                    <a:ext cx="41714" cy="525554"/>
                  </a:xfrm>
                  <a:custGeom>
                    <a:avLst/>
                    <a:gdLst/>
                    <a:ahLst/>
                    <a:cxnLst/>
                    <a:rect l="l" t="t" r="r" b="b"/>
                    <a:pathLst>
                      <a:path w="41714" h="525554">
                        <a:moveTo>
                          <a:pt x="30655" y="525554"/>
                        </a:moveTo>
                        <a:cubicBezTo>
                          <a:pt x="52425" y="350448"/>
                          <a:pt x="41979" y="171390"/>
                          <a:pt x="0" y="0"/>
                        </a:cubicBezTo>
                      </a:path>
                    </a:pathLst>
                  </a:custGeom>
                  <a:noFill/>
                  <a:ln w="21422" cap="flat">
                    <a:solidFill>
                      <a:srgbClr val="3DC8E8"/>
                    </a:solidFill>
                    <a:prstDash val="solid"/>
                    <a:miter lim="800000"/>
                  </a:ln>
                </p:spPr>
                <p:txBody>
                  <a:bodyPr vert="horz" lIns="91440" tIns="45720" rIns="91440" bIns="45720" anchor="ctr">
                    <a:normAutofit fontScale="92500" lnSpcReduction="20000"/>
                  </a:bodyPr>
                  <a:lstStyle/>
                  <a:p>
                    <a:pPr marL="0" algn="l"/>
                    <a:endParaRPr/>
                  </a:p>
                </p:txBody>
              </p:sp>
              <p:sp>
                <p:nvSpPr>
                  <p:cNvPr id="220" name="Freeform 98">
                    <a:extLst>
                      <a:ext uri="{FF2B5EF4-FFF2-40B4-BE49-F238E27FC236}">
                        <a16:creationId xmlns:a16="http://schemas.microsoft.com/office/drawing/2014/main" id="{AE95026F-7AC5-61F7-283A-860E5C05B800}"/>
                      </a:ext>
                    </a:extLst>
                  </p:cNvPr>
                  <p:cNvSpPr/>
                  <p:nvPr/>
                </p:nvSpPr>
                <p:spPr>
                  <a:xfrm>
                    <a:off x="9712333" y="3137239"/>
                    <a:ext cx="229340" cy="470077"/>
                  </a:xfrm>
                  <a:custGeom>
                    <a:avLst/>
                    <a:gdLst/>
                    <a:ahLst/>
                    <a:cxnLst/>
                    <a:rect l="l" t="t" r="r" b="b"/>
                    <a:pathLst>
                      <a:path w="229340" h="470077">
                        <a:moveTo>
                          <a:pt x="229341" y="470077"/>
                        </a:moveTo>
                        <a:cubicBezTo>
                          <a:pt x="186122" y="299905"/>
                          <a:pt x="107525" y="138802"/>
                          <a:pt x="0" y="0"/>
                        </a:cubicBezTo>
                      </a:path>
                    </a:pathLst>
                  </a:custGeom>
                  <a:noFill/>
                  <a:ln w="21422" cap="flat">
                    <a:solidFill>
                      <a:srgbClr val="3DC8E8"/>
                    </a:solidFill>
                    <a:prstDash val="solid"/>
                    <a:miter lim="800000"/>
                  </a:ln>
                </p:spPr>
                <p:txBody>
                  <a:bodyPr vert="horz" lIns="91440" tIns="45720" rIns="91440" bIns="45720" anchor="ctr">
                    <a:normAutofit fontScale="77500" lnSpcReduction="20000"/>
                  </a:bodyPr>
                  <a:lstStyle/>
                  <a:p>
                    <a:pPr marL="0" algn="l"/>
                    <a:endParaRPr/>
                  </a:p>
                </p:txBody>
              </p:sp>
              <p:sp>
                <p:nvSpPr>
                  <p:cNvPr id="221" name="Freeform 99">
                    <a:extLst>
                      <a:ext uri="{FF2B5EF4-FFF2-40B4-BE49-F238E27FC236}">
                        <a16:creationId xmlns:a16="http://schemas.microsoft.com/office/drawing/2014/main" id="{CC118CF6-EF5C-0877-C834-5B647FCD9E38}"/>
                      </a:ext>
                    </a:extLst>
                  </p:cNvPr>
                  <p:cNvSpPr/>
                  <p:nvPr/>
                </p:nvSpPr>
                <p:spPr>
                  <a:xfrm>
                    <a:off x="9614440" y="3629184"/>
                    <a:ext cx="169135" cy="412243"/>
                  </a:xfrm>
                  <a:custGeom>
                    <a:avLst/>
                    <a:gdLst/>
                    <a:ahLst/>
                    <a:cxnLst/>
                    <a:rect l="l" t="t" r="r" b="b"/>
                    <a:pathLst>
                      <a:path w="169135" h="412243">
                        <a:moveTo>
                          <a:pt x="169135" y="412243"/>
                        </a:moveTo>
                        <a:cubicBezTo>
                          <a:pt x="168252" y="362047"/>
                          <a:pt x="159457" y="311996"/>
                          <a:pt x="143177" y="264505"/>
                        </a:cubicBezTo>
                        <a:cubicBezTo>
                          <a:pt x="124232" y="209259"/>
                          <a:pt x="95441" y="157974"/>
                          <a:pt x="65759" y="107679"/>
                        </a:cubicBezTo>
                        <a:cubicBezTo>
                          <a:pt x="44384" y="71456"/>
                          <a:pt x="22460" y="35559"/>
                          <a:pt x="0" y="0"/>
                        </a:cubicBezTo>
                      </a:path>
                    </a:pathLst>
                  </a:custGeom>
                  <a:noFill/>
                  <a:ln w="21422" cap="flat">
                    <a:solidFill>
                      <a:srgbClr val="3DC8E8"/>
                    </a:solidFill>
                    <a:prstDash val="solid"/>
                    <a:miter lim="800000"/>
                  </a:ln>
                </p:spPr>
                <p:txBody>
                  <a:bodyPr vert="horz" lIns="91440" tIns="45720" rIns="91440" bIns="45720" anchor="ctr">
                    <a:normAutofit fontScale="62500" lnSpcReduction="20000"/>
                  </a:bodyPr>
                  <a:lstStyle/>
                  <a:p>
                    <a:pPr marL="0" algn="l"/>
                    <a:endParaRPr/>
                  </a:p>
                </p:txBody>
              </p:sp>
            </p:grpSp>
          </p:grpSp>
          <p:sp>
            <p:nvSpPr>
              <p:cNvPr id="210" name="Freeform 100">
                <a:extLst>
                  <a:ext uri="{FF2B5EF4-FFF2-40B4-BE49-F238E27FC236}">
                    <a16:creationId xmlns:a16="http://schemas.microsoft.com/office/drawing/2014/main" id="{E205CA91-C7A5-23F3-6455-E9EA6B26F76B}"/>
                  </a:ext>
                </a:extLst>
              </p:cNvPr>
              <p:cNvSpPr/>
              <p:nvPr/>
            </p:nvSpPr>
            <p:spPr>
              <a:xfrm>
                <a:off x="9259079" y="4575781"/>
                <a:ext cx="830902" cy="831524"/>
              </a:xfrm>
              <a:custGeom>
                <a:avLst/>
                <a:gdLst/>
                <a:ahLst/>
                <a:cxnLst/>
                <a:rect l="l" t="t" r="r" b="b"/>
                <a:pathLst>
                  <a:path w="830902" h="831524">
                    <a:moveTo>
                      <a:pt x="0" y="0"/>
                    </a:moveTo>
                    <a:lnTo>
                      <a:pt x="830903" y="0"/>
                    </a:lnTo>
                    <a:lnTo>
                      <a:pt x="685131" y="831524"/>
                    </a:lnTo>
                    <a:lnTo>
                      <a:pt x="145775" y="831524"/>
                    </a:lnTo>
                    <a:close/>
                  </a:path>
                </a:pathLst>
              </a:custGeom>
              <a:solidFill>
                <a:srgbClr val="EFB126"/>
              </a:solidFill>
              <a:ln cap="flat">
                <a:noFill/>
                <a:prstDash val="solid"/>
                <a:miter lim="800000"/>
              </a:ln>
            </p:spPr>
            <p:txBody>
              <a:bodyPr vert="horz" lIns="91440" tIns="45720" rIns="91440" bIns="45720" anchor="ctr">
                <a:normAutofit/>
              </a:bodyPr>
              <a:lstStyle/>
              <a:p>
                <a:pPr marL="0" algn="l"/>
                <a:endParaRPr/>
              </a:p>
            </p:txBody>
          </p:sp>
          <p:sp>
            <p:nvSpPr>
              <p:cNvPr id="211" name="Freeform 101">
                <a:extLst>
                  <a:ext uri="{FF2B5EF4-FFF2-40B4-BE49-F238E27FC236}">
                    <a16:creationId xmlns:a16="http://schemas.microsoft.com/office/drawing/2014/main" id="{6FD0519C-9202-9575-8907-559EE3C2A3AB}"/>
                  </a:ext>
                </a:extLst>
              </p:cNvPr>
              <p:cNvSpPr/>
              <p:nvPr/>
            </p:nvSpPr>
            <p:spPr>
              <a:xfrm rot="-10800000">
                <a:off x="9157353" y="4342384"/>
                <a:ext cx="1034353" cy="233399"/>
              </a:xfrm>
              <a:custGeom>
                <a:avLst/>
                <a:gdLst/>
                <a:ahLst/>
                <a:cxnLst/>
                <a:rect l="l" t="t" r="r" b="b"/>
                <a:pathLst>
                  <a:path w="1034353" h="233399">
                    <a:moveTo>
                      <a:pt x="0" y="0"/>
                    </a:moveTo>
                    <a:lnTo>
                      <a:pt x="1034354" y="0"/>
                    </a:lnTo>
                    <a:lnTo>
                      <a:pt x="1034354" y="233399"/>
                    </a:lnTo>
                    <a:lnTo>
                      <a:pt x="0" y="233399"/>
                    </a:lnTo>
                    <a:close/>
                  </a:path>
                </a:pathLst>
              </a:custGeom>
              <a:solidFill>
                <a:srgbClr val="FFC73C"/>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212" name="Freeform 102">
                <a:extLst>
                  <a:ext uri="{FF2B5EF4-FFF2-40B4-BE49-F238E27FC236}">
                    <a16:creationId xmlns:a16="http://schemas.microsoft.com/office/drawing/2014/main" id="{CB7607D6-1515-E2AF-5397-5BBD19D2543E}"/>
                  </a:ext>
                </a:extLst>
              </p:cNvPr>
              <p:cNvSpPr/>
              <p:nvPr/>
            </p:nvSpPr>
            <p:spPr>
              <a:xfrm>
                <a:off x="9259079" y="4575781"/>
                <a:ext cx="830902" cy="110272"/>
              </a:xfrm>
              <a:custGeom>
                <a:avLst/>
                <a:gdLst/>
                <a:ahLst/>
                <a:cxnLst/>
                <a:rect l="l" t="t" r="r" b="b"/>
                <a:pathLst>
                  <a:path w="830902" h="110272">
                    <a:moveTo>
                      <a:pt x="811572" y="110273"/>
                    </a:moveTo>
                    <a:lnTo>
                      <a:pt x="19331" y="110273"/>
                    </a:lnTo>
                    <a:lnTo>
                      <a:pt x="0" y="0"/>
                    </a:lnTo>
                    <a:lnTo>
                      <a:pt x="830903" y="0"/>
                    </a:lnTo>
                    <a:close/>
                  </a:path>
                </a:pathLst>
              </a:custGeom>
              <a:solidFill>
                <a:srgbClr val="231F20">
                  <a:alpha val="10000"/>
                </a:srgbClr>
              </a:solidFill>
              <a:ln cap="flat">
                <a:noFill/>
                <a:prstDash val="solid"/>
                <a:miter lim="800000"/>
              </a:ln>
            </p:spPr>
            <p:txBody>
              <a:bodyPr vert="horz" lIns="91440" tIns="45720" rIns="91440" bIns="45720" anchor="ctr">
                <a:normAutofit fontScale="25000" lnSpcReduction="20000"/>
              </a:bodyPr>
              <a:lstStyle/>
              <a:p>
                <a:pPr marL="0" algn="l"/>
                <a:endParaRPr/>
              </a:p>
            </p:txBody>
          </p:sp>
        </p:grpSp>
        <p:grpSp>
          <p:nvGrpSpPr>
            <p:cNvPr id="171" name="Group 103">
              <a:extLst>
                <a:ext uri="{FF2B5EF4-FFF2-40B4-BE49-F238E27FC236}">
                  <a16:creationId xmlns:a16="http://schemas.microsoft.com/office/drawing/2014/main" id="{55723AD3-9122-C0DB-4A1D-37790B630839}"/>
                </a:ext>
              </a:extLst>
            </p:cNvPr>
            <p:cNvGrpSpPr/>
            <p:nvPr/>
          </p:nvGrpSpPr>
          <p:grpSpPr>
            <a:xfrm>
              <a:off x="3919872" y="1942203"/>
              <a:ext cx="833944" cy="849780"/>
              <a:chOff x="7776526" y="3470430"/>
              <a:chExt cx="1900086" cy="1936167"/>
            </a:xfrm>
          </p:grpSpPr>
          <p:grpSp>
            <p:nvGrpSpPr>
              <p:cNvPr id="172" name="Group 104">
                <a:extLst>
                  <a:ext uri="{FF2B5EF4-FFF2-40B4-BE49-F238E27FC236}">
                    <a16:creationId xmlns:a16="http://schemas.microsoft.com/office/drawing/2014/main" id="{9C276340-F4B9-670F-A698-9A6717E47FDC}"/>
                  </a:ext>
                </a:extLst>
              </p:cNvPr>
              <p:cNvGrpSpPr/>
              <p:nvPr/>
            </p:nvGrpSpPr>
            <p:grpSpPr>
              <a:xfrm>
                <a:off x="7886533" y="5064084"/>
                <a:ext cx="1640068" cy="342513"/>
                <a:chOff x="7886533" y="5064084"/>
                <a:chExt cx="1640068" cy="342513"/>
              </a:xfrm>
            </p:grpSpPr>
            <p:sp>
              <p:nvSpPr>
                <p:cNvPr id="202" name="Freeform 105">
                  <a:extLst>
                    <a:ext uri="{FF2B5EF4-FFF2-40B4-BE49-F238E27FC236}">
                      <a16:creationId xmlns:a16="http://schemas.microsoft.com/office/drawing/2014/main" id="{887E99E5-2275-11A5-9917-0C1995EE8B44}"/>
                    </a:ext>
                  </a:extLst>
                </p:cNvPr>
                <p:cNvSpPr/>
                <p:nvPr/>
              </p:nvSpPr>
              <p:spPr>
                <a:xfrm>
                  <a:off x="7886533" y="5064084"/>
                  <a:ext cx="1490063" cy="342513"/>
                </a:xfrm>
                <a:custGeom>
                  <a:avLst/>
                  <a:gdLst/>
                  <a:ahLst/>
                  <a:cxnLst/>
                  <a:rect l="l" t="t" r="r" b="b"/>
                  <a:pathLst>
                    <a:path w="1490063" h="342513">
                      <a:moveTo>
                        <a:pt x="1490064" y="342514"/>
                      </a:moveTo>
                      <a:lnTo>
                        <a:pt x="195007" y="342514"/>
                      </a:lnTo>
                      <a:cubicBezTo>
                        <a:pt x="87306" y="342514"/>
                        <a:pt x="0" y="274555"/>
                        <a:pt x="0" y="190717"/>
                      </a:cubicBezTo>
                      <a:lnTo>
                        <a:pt x="0" y="151797"/>
                      </a:lnTo>
                      <a:cubicBezTo>
                        <a:pt x="0" y="67963"/>
                        <a:pt x="87306" y="0"/>
                        <a:pt x="195007" y="0"/>
                      </a:cubicBezTo>
                      <a:lnTo>
                        <a:pt x="1490064" y="0"/>
                      </a:lnTo>
                      <a:lnTo>
                        <a:pt x="1490064" y="46707"/>
                      </a:lnTo>
                      <a:lnTo>
                        <a:pt x="285009" y="46707"/>
                      </a:lnTo>
                      <a:cubicBezTo>
                        <a:pt x="243587" y="46707"/>
                        <a:pt x="210005" y="72849"/>
                        <a:pt x="210005" y="105090"/>
                      </a:cubicBezTo>
                      <a:lnTo>
                        <a:pt x="210005" y="237424"/>
                      </a:lnTo>
                      <a:cubicBezTo>
                        <a:pt x="210005" y="269669"/>
                        <a:pt x="243583" y="295807"/>
                        <a:pt x="285009" y="295807"/>
                      </a:cubicBezTo>
                      <a:lnTo>
                        <a:pt x="1490064" y="295807"/>
                      </a:lnTo>
                      <a:lnTo>
                        <a:pt x="1490064" y="342514"/>
                      </a:lnTo>
                      <a:close/>
                    </a:path>
                  </a:pathLst>
                </a:custGeom>
                <a:solidFill>
                  <a:srgbClr val="9B87FF"/>
                </a:solidFill>
                <a:ln cap="flat">
                  <a:noFill/>
                  <a:prstDash val="solid"/>
                  <a:miter lim="800000"/>
                </a:ln>
              </p:spPr>
              <p:txBody>
                <a:bodyPr vert="horz" lIns="91440" tIns="45720" rIns="91440" bIns="45720" anchor="ctr">
                  <a:normAutofit fontScale="40000" lnSpcReduction="20000"/>
                </a:bodyPr>
                <a:lstStyle/>
                <a:p>
                  <a:pPr marL="0" algn="l"/>
                  <a:endParaRPr/>
                </a:p>
              </p:txBody>
            </p:sp>
            <p:sp>
              <p:nvSpPr>
                <p:cNvPr id="203" name="Freeform 106">
                  <a:extLst>
                    <a:ext uri="{FF2B5EF4-FFF2-40B4-BE49-F238E27FC236}">
                      <a16:creationId xmlns:a16="http://schemas.microsoft.com/office/drawing/2014/main" id="{25387B12-96DB-CF4E-BBEE-C247C44AD807}"/>
                    </a:ext>
                  </a:extLst>
                </p:cNvPr>
                <p:cNvSpPr/>
                <p:nvPr/>
              </p:nvSpPr>
              <p:spPr>
                <a:xfrm>
                  <a:off x="8036538" y="5064084"/>
                  <a:ext cx="1490063" cy="342513"/>
                </a:xfrm>
                <a:custGeom>
                  <a:avLst/>
                  <a:gdLst/>
                  <a:ahLst/>
                  <a:cxnLst/>
                  <a:rect l="l" t="t" r="r" b="b"/>
                  <a:pathLst>
                    <a:path w="1490063" h="342513">
                      <a:moveTo>
                        <a:pt x="1490063" y="342514"/>
                      </a:moveTo>
                      <a:lnTo>
                        <a:pt x="195007" y="342514"/>
                      </a:lnTo>
                      <a:cubicBezTo>
                        <a:pt x="87307" y="342514"/>
                        <a:pt x="0" y="274555"/>
                        <a:pt x="0" y="190717"/>
                      </a:cubicBezTo>
                      <a:lnTo>
                        <a:pt x="0" y="151797"/>
                      </a:lnTo>
                      <a:cubicBezTo>
                        <a:pt x="0" y="67963"/>
                        <a:pt x="87311" y="0"/>
                        <a:pt x="195007" y="0"/>
                      </a:cubicBezTo>
                      <a:lnTo>
                        <a:pt x="1490063" y="0"/>
                      </a:lnTo>
                      <a:lnTo>
                        <a:pt x="1490063" y="46707"/>
                      </a:lnTo>
                      <a:lnTo>
                        <a:pt x="195007" y="46707"/>
                      </a:lnTo>
                      <a:cubicBezTo>
                        <a:pt x="120448" y="46707"/>
                        <a:pt x="59999" y="93757"/>
                        <a:pt x="59999" y="151797"/>
                      </a:cubicBezTo>
                      <a:lnTo>
                        <a:pt x="59999" y="190717"/>
                      </a:lnTo>
                      <a:cubicBezTo>
                        <a:pt x="59999" y="248757"/>
                        <a:pt x="120444" y="295807"/>
                        <a:pt x="195007" y="295807"/>
                      </a:cubicBezTo>
                      <a:lnTo>
                        <a:pt x="1490063" y="295807"/>
                      </a:lnTo>
                      <a:lnTo>
                        <a:pt x="1490063" y="342514"/>
                      </a:lnTo>
                      <a:close/>
                    </a:path>
                  </a:pathLst>
                </a:custGeom>
                <a:solidFill>
                  <a:srgbClr val="8070F2"/>
                </a:solidFill>
                <a:ln cap="flat">
                  <a:noFill/>
                  <a:prstDash val="solid"/>
                  <a:miter lim="800000"/>
                </a:ln>
              </p:spPr>
              <p:txBody>
                <a:bodyPr vert="horz" lIns="91440" tIns="45720" rIns="91440" bIns="45720" anchor="ctr">
                  <a:normAutofit fontScale="40000" lnSpcReduction="20000"/>
                </a:bodyPr>
                <a:lstStyle/>
                <a:p>
                  <a:pPr marL="0" algn="l"/>
                  <a:endParaRPr/>
                </a:p>
              </p:txBody>
            </p:sp>
            <p:sp>
              <p:nvSpPr>
                <p:cNvPr id="204" name="Freeform 107">
                  <a:extLst>
                    <a:ext uri="{FF2B5EF4-FFF2-40B4-BE49-F238E27FC236}">
                      <a16:creationId xmlns:a16="http://schemas.microsoft.com/office/drawing/2014/main" id="{354FF1FA-4E90-F4AA-979B-7259A9CB1873}"/>
                    </a:ext>
                  </a:extLst>
                </p:cNvPr>
                <p:cNvSpPr/>
                <p:nvPr/>
              </p:nvSpPr>
              <p:spPr>
                <a:xfrm>
                  <a:off x="8092791" y="5110795"/>
                  <a:ext cx="1398812" cy="249099"/>
                </a:xfrm>
                <a:custGeom>
                  <a:avLst/>
                  <a:gdLst/>
                  <a:ahLst/>
                  <a:cxnLst/>
                  <a:rect l="l" t="t" r="r" b="b"/>
                  <a:pathLst>
                    <a:path w="1398812" h="249099">
                      <a:moveTo>
                        <a:pt x="1398813" y="249100"/>
                      </a:moveTo>
                      <a:lnTo>
                        <a:pt x="124550" y="249100"/>
                      </a:lnTo>
                      <a:cubicBezTo>
                        <a:pt x="55764" y="249100"/>
                        <a:pt x="0" y="193335"/>
                        <a:pt x="0" y="124550"/>
                      </a:cubicBezTo>
                      <a:lnTo>
                        <a:pt x="0" y="124550"/>
                      </a:lnTo>
                      <a:cubicBezTo>
                        <a:pt x="0" y="55764"/>
                        <a:pt x="55764" y="0"/>
                        <a:pt x="124550" y="0"/>
                      </a:cubicBezTo>
                      <a:lnTo>
                        <a:pt x="1398813" y="0"/>
                      </a:lnTo>
                      <a:lnTo>
                        <a:pt x="1398813" y="249100"/>
                      </a:lnTo>
                      <a:close/>
                    </a:path>
                  </a:pathLst>
                </a:custGeom>
                <a:solidFill>
                  <a:srgbClr val="FFFFFF"/>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205" name="Freeform 108">
                  <a:extLst>
                    <a:ext uri="{FF2B5EF4-FFF2-40B4-BE49-F238E27FC236}">
                      <a16:creationId xmlns:a16="http://schemas.microsoft.com/office/drawing/2014/main" id="{FAAD6FE6-D3BA-A867-CF8C-63143A36B728}"/>
                    </a:ext>
                  </a:extLst>
                </p:cNvPr>
                <p:cNvSpPr/>
                <p:nvPr/>
              </p:nvSpPr>
              <p:spPr>
                <a:xfrm>
                  <a:off x="8162790" y="5211076"/>
                  <a:ext cx="1162555" cy="14153"/>
                </a:xfrm>
                <a:custGeom>
                  <a:avLst/>
                  <a:gdLst/>
                  <a:ahLst/>
                  <a:cxnLst/>
                  <a:rect l="l" t="t" r="r" b="b"/>
                  <a:pathLst>
                    <a:path w="1162555" h="14153">
                      <a:moveTo>
                        <a:pt x="0" y="7077"/>
                      </a:moveTo>
                      <a:cubicBezTo>
                        <a:pt x="96882" y="4342"/>
                        <a:pt x="193760" y="2503"/>
                        <a:pt x="290638" y="1573"/>
                      </a:cubicBezTo>
                      <a:cubicBezTo>
                        <a:pt x="387520" y="446"/>
                        <a:pt x="484398" y="141"/>
                        <a:pt x="581280" y="0"/>
                      </a:cubicBezTo>
                      <a:cubicBezTo>
                        <a:pt x="678157" y="125"/>
                        <a:pt x="775035" y="424"/>
                        <a:pt x="871918" y="1552"/>
                      </a:cubicBezTo>
                      <a:cubicBezTo>
                        <a:pt x="968796" y="2477"/>
                        <a:pt x="1065678" y="4325"/>
                        <a:pt x="1162556" y="7077"/>
                      </a:cubicBezTo>
                      <a:cubicBezTo>
                        <a:pt x="1065674" y="9828"/>
                        <a:pt x="968796" y="11676"/>
                        <a:pt x="871918" y="12602"/>
                      </a:cubicBezTo>
                      <a:cubicBezTo>
                        <a:pt x="775035" y="13725"/>
                        <a:pt x="678157" y="14029"/>
                        <a:pt x="581280" y="14153"/>
                      </a:cubicBezTo>
                      <a:cubicBezTo>
                        <a:pt x="484398" y="14012"/>
                        <a:pt x="387520" y="13712"/>
                        <a:pt x="290638" y="12580"/>
                      </a:cubicBezTo>
                      <a:cubicBezTo>
                        <a:pt x="193760" y="11650"/>
                        <a:pt x="96882" y="9811"/>
                        <a:pt x="0" y="7077"/>
                      </a:cubicBezTo>
                      <a:close/>
                    </a:path>
                  </a:pathLst>
                </a:custGeom>
                <a:solidFill>
                  <a:srgbClr val="DFDBDA"/>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206" name="Freeform 109">
                  <a:extLst>
                    <a:ext uri="{FF2B5EF4-FFF2-40B4-BE49-F238E27FC236}">
                      <a16:creationId xmlns:a16="http://schemas.microsoft.com/office/drawing/2014/main" id="{A17539FF-9385-C5D9-E382-FB34A5096864}"/>
                    </a:ext>
                  </a:extLst>
                </p:cNvPr>
                <p:cNvSpPr/>
                <p:nvPr/>
              </p:nvSpPr>
              <p:spPr>
                <a:xfrm>
                  <a:off x="8319050" y="5288237"/>
                  <a:ext cx="1162550" cy="14153"/>
                </a:xfrm>
                <a:custGeom>
                  <a:avLst/>
                  <a:gdLst/>
                  <a:ahLst/>
                  <a:cxnLst/>
                  <a:rect l="l" t="t" r="r" b="b"/>
                  <a:pathLst>
                    <a:path w="1162550" h="14153">
                      <a:moveTo>
                        <a:pt x="0" y="7077"/>
                      </a:moveTo>
                      <a:cubicBezTo>
                        <a:pt x="96878" y="4342"/>
                        <a:pt x="193760" y="2504"/>
                        <a:pt x="290638" y="1573"/>
                      </a:cubicBezTo>
                      <a:cubicBezTo>
                        <a:pt x="387520" y="442"/>
                        <a:pt x="484398" y="142"/>
                        <a:pt x="581275" y="0"/>
                      </a:cubicBezTo>
                      <a:cubicBezTo>
                        <a:pt x="678157" y="125"/>
                        <a:pt x="775035" y="424"/>
                        <a:pt x="871913" y="1552"/>
                      </a:cubicBezTo>
                      <a:cubicBezTo>
                        <a:pt x="968796" y="2477"/>
                        <a:pt x="1065674" y="4325"/>
                        <a:pt x="1162551" y="7077"/>
                      </a:cubicBezTo>
                      <a:cubicBezTo>
                        <a:pt x="1065668" y="9829"/>
                        <a:pt x="968791" y="11676"/>
                        <a:pt x="871913" y="12602"/>
                      </a:cubicBezTo>
                      <a:cubicBezTo>
                        <a:pt x="775035" y="13729"/>
                        <a:pt x="678153" y="14029"/>
                        <a:pt x="581275" y="14153"/>
                      </a:cubicBezTo>
                      <a:cubicBezTo>
                        <a:pt x="484398" y="14012"/>
                        <a:pt x="387520" y="13712"/>
                        <a:pt x="290638" y="12580"/>
                      </a:cubicBezTo>
                      <a:cubicBezTo>
                        <a:pt x="193760" y="11650"/>
                        <a:pt x="96878" y="9816"/>
                        <a:pt x="0" y="7077"/>
                      </a:cubicBezTo>
                      <a:close/>
                    </a:path>
                  </a:pathLst>
                </a:custGeom>
                <a:solidFill>
                  <a:srgbClr val="DFDBDA"/>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207" name="Freeform 110">
                  <a:extLst>
                    <a:ext uri="{FF2B5EF4-FFF2-40B4-BE49-F238E27FC236}">
                      <a16:creationId xmlns:a16="http://schemas.microsoft.com/office/drawing/2014/main" id="{537CA84E-DC2E-F960-2BFA-D1D0F340B020}"/>
                    </a:ext>
                  </a:extLst>
                </p:cNvPr>
                <p:cNvSpPr/>
                <p:nvPr/>
              </p:nvSpPr>
              <p:spPr>
                <a:xfrm>
                  <a:off x="8104702" y="5110791"/>
                  <a:ext cx="1389404" cy="78309"/>
                </a:xfrm>
                <a:custGeom>
                  <a:avLst/>
                  <a:gdLst/>
                  <a:ahLst/>
                  <a:cxnLst/>
                  <a:rect l="l" t="t" r="r" b="b"/>
                  <a:pathLst>
                    <a:path w="1389404" h="78309">
                      <a:moveTo>
                        <a:pt x="0" y="69218"/>
                      </a:moveTo>
                      <a:cubicBezTo>
                        <a:pt x="32546" y="10343"/>
                        <a:pt x="78953" y="0"/>
                        <a:pt x="112639" y="0"/>
                      </a:cubicBezTo>
                      <a:lnTo>
                        <a:pt x="1389405" y="0"/>
                      </a:lnTo>
                      <a:lnTo>
                        <a:pt x="1389405" y="78310"/>
                      </a:lnTo>
                    </a:path>
                  </a:pathLst>
                </a:custGeom>
                <a:solidFill>
                  <a:srgbClr val="231F20"/>
                </a:solidFill>
                <a:ln cap="flat">
                  <a:noFill/>
                  <a:prstDash val="solid"/>
                  <a:miter lim="800000"/>
                </a:ln>
              </p:spPr>
              <p:txBody>
                <a:bodyPr vert="horz" lIns="91440" tIns="45720" rIns="91440" bIns="45720" anchor="ctr">
                  <a:normAutofit fontScale="25000" lnSpcReduction="20000"/>
                </a:bodyPr>
                <a:lstStyle/>
                <a:p>
                  <a:pPr marL="0" algn="l"/>
                  <a:endParaRPr/>
                </a:p>
              </p:txBody>
            </p:sp>
          </p:grpSp>
          <p:grpSp>
            <p:nvGrpSpPr>
              <p:cNvPr id="173" name="Group 111">
                <a:extLst>
                  <a:ext uri="{FF2B5EF4-FFF2-40B4-BE49-F238E27FC236}">
                    <a16:creationId xmlns:a16="http://schemas.microsoft.com/office/drawing/2014/main" id="{D3583ACB-BF10-A958-1476-A159B327EBB2}"/>
                  </a:ext>
                </a:extLst>
              </p:cNvPr>
              <p:cNvGrpSpPr/>
              <p:nvPr/>
            </p:nvGrpSpPr>
            <p:grpSpPr>
              <a:xfrm>
                <a:off x="7972155" y="4624057"/>
                <a:ext cx="1490071" cy="440034"/>
                <a:chOff x="7972155" y="4624057"/>
                <a:chExt cx="1490071" cy="440034"/>
              </a:xfrm>
            </p:grpSpPr>
            <p:sp>
              <p:nvSpPr>
                <p:cNvPr id="197" name="Freeform 112">
                  <a:extLst>
                    <a:ext uri="{FF2B5EF4-FFF2-40B4-BE49-F238E27FC236}">
                      <a16:creationId xmlns:a16="http://schemas.microsoft.com/office/drawing/2014/main" id="{C49F4B56-83CA-782A-D286-BA7C4100AEA4}"/>
                    </a:ext>
                  </a:extLst>
                </p:cNvPr>
                <p:cNvSpPr/>
                <p:nvPr/>
              </p:nvSpPr>
              <p:spPr>
                <a:xfrm>
                  <a:off x="7972155" y="4624057"/>
                  <a:ext cx="1490071" cy="440034"/>
                </a:xfrm>
                <a:custGeom>
                  <a:avLst/>
                  <a:gdLst/>
                  <a:ahLst/>
                  <a:cxnLst/>
                  <a:rect l="l" t="t" r="r" b="b"/>
                  <a:pathLst>
                    <a:path w="1490071" h="440034">
                      <a:moveTo>
                        <a:pt x="1490072" y="440035"/>
                      </a:moveTo>
                      <a:lnTo>
                        <a:pt x="135009" y="440035"/>
                      </a:lnTo>
                      <a:cubicBezTo>
                        <a:pt x="60569" y="440035"/>
                        <a:pt x="0" y="379474"/>
                        <a:pt x="0" y="305026"/>
                      </a:cubicBezTo>
                      <a:lnTo>
                        <a:pt x="0" y="135009"/>
                      </a:lnTo>
                      <a:cubicBezTo>
                        <a:pt x="0" y="60561"/>
                        <a:pt x="60569" y="0"/>
                        <a:pt x="135009" y="0"/>
                      </a:cubicBezTo>
                      <a:lnTo>
                        <a:pt x="1490072" y="0"/>
                      </a:lnTo>
                      <a:lnTo>
                        <a:pt x="1490072" y="60003"/>
                      </a:lnTo>
                      <a:lnTo>
                        <a:pt x="135009" y="60003"/>
                      </a:lnTo>
                      <a:cubicBezTo>
                        <a:pt x="93654" y="60003"/>
                        <a:pt x="60003" y="93650"/>
                        <a:pt x="60003" y="135009"/>
                      </a:cubicBezTo>
                      <a:lnTo>
                        <a:pt x="60003" y="305026"/>
                      </a:lnTo>
                      <a:cubicBezTo>
                        <a:pt x="60003" y="346381"/>
                        <a:pt x="93654" y="380032"/>
                        <a:pt x="135009" y="380032"/>
                      </a:cubicBezTo>
                      <a:lnTo>
                        <a:pt x="1490072" y="380032"/>
                      </a:lnTo>
                      <a:lnTo>
                        <a:pt x="1490072" y="440035"/>
                      </a:lnTo>
                      <a:close/>
                    </a:path>
                  </a:pathLst>
                </a:custGeom>
                <a:solidFill>
                  <a:srgbClr val="381F7A"/>
                </a:solidFill>
                <a:ln cap="flat">
                  <a:noFill/>
                  <a:prstDash val="solid"/>
                  <a:miter lim="800000"/>
                </a:ln>
              </p:spPr>
              <p:txBody>
                <a:bodyPr vert="horz" lIns="91440" tIns="45720" rIns="91440" bIns="45720" anchor="ctr">
                  <a:normAutofit fontScale="70000" lnSpcReduction="20000"/>
                </a:bodyPr>
                <a:lstStyle/>
                <a:p>
                  <a:pPr marL="0" algn="l"/>
                  <a:endParaRPr/>
                </a:p>
              </p:txBody>
            </p:sp>
            <p:sp>
              <p:nvSpPr>
                <p:cNvPr id="198" name="Freeform 113">
                  <a:extLst>
                    <a:ext uri="{FF2B5EF4-FFF2-40B4-BE49-F238E27FC236}">
                      <a16:creationId xmlns:a16="http://schemas.microsoft.com/office/drawing/2014/main" id="{056C7095-F86C-720F-3590-FB78EBAD6D79}"/>
                    </a:ext>
                  </a:extLst>
                </p:cNvPr>
                <p:cNvSpPr/>
                <p:nvPr/>
              </p:nvSpPr>
              <p:spPr>
                <a:xfrm>
                  <a:off x="8028408" y="4684069"/>
                  <a:ext cx="1398817" cy="320015"/>
                </a:xfrm>
                <a:custGeom>
                  <a:avLst/>
                  <a:gdLst/>
                  <a:ahLst/>
                  <a:cxnLst/>
                  <a:rect l="l" t="t" r="r" b="b"/>
                  <a:pathLst>
                    <a:path w="1398817" h="320015">
                      <a:moveTo>
                        <a:pt x="1398817" y="320016"/>
                      </a:moveTo>
                      <a:lnTo>
                        <a:pt x="75005" y="320016"/>
                      </a:lnTo>
                      <a:cubicBezTo>
                        <a:pt x="33583" y="320016"/>
                        <a:pt x="0" y="286437"/>
                        <a:pt x="0" y="245011"/>
                      </a:cubicBezTo>
                      <a:lnTo>
                        <a:pt x="0" y="75005"/>
                      </a:lnTo>
                      <a:cubicBezTo>
                        <a:pt x="0" y="33583"/>
                        <a:pt x="33583" y="0"/>
                        <a:pt x="75005" y="0"/>
                      </a:cubicBezTo>
                      <a:lnTo>
                        <a:pt x="1398817" y="0"/>
                      </a:lnTo>
                      <a:lnTo>
                        <a:pt x="1398817" y="320016"/>
                      </a:lnTo>
                      <a:close/>
                    </a:path>
                  </a:pathLst>
                </a:custGeom>
                <a:solidFill>
                  <a:srgbClr val="FFFFFF"/>
                </a:solidFill>
                <a:ln cap="flat">
                  <a:noFill/>
                  <a:prstDash val="solid"/>
                  <a:miter lim="800000"/>
                </a:ln>
              </p:spPr>
              <p:txBody>
                <a:bodyPr vert="horz" lIns="91440" tIns="45720" rIns="91440" bIns="45720" anchor="ctr">
                  <a:normAutofit fontScale="40000" lnSpcReduction="20000"/>
                </a:bodyPr>
                <a:lstStyle/>
                <a:p>
                  <a:pPr marL="0" algn="l"/>
                  <a:endParaRPr/>
                </a:p>
              </p:txBody>
            </p:sp>
            <p:sp>
              <p:nvSpPr>
                <p:cNvPr id="199" name="Freeform 114">
                  <a:extLst>
                    <a:ext uri="{FF2B5EF4-FFF2-40B4-BE49-F238E27FC236}">
                      <a16:creationId xmlns:a16="http://schemas.microsoft.com/office/drawing/2014/main" id="{CDFED158-1C9D-7E76-0C2C-A4AA78DF0589}"/>
                    </a:ext>
                  </a:extLst>
                </p:cNvPr>
                <p:cNvSpPr/>
                <p:nvPr/>
              </p:nvSpPr>
              <p:spPr>
                <a:xfrm>
                  <a:off x="8028412" y="4684065"/>
                  <a:ext cx="1398818" cy="78309"/>
                </a:xfrm>
                <a:custGeom>
                  <a:avLst/>
                  <a:gdLst/>
                  <a:ahLst/>
                  <a:cxnLst/>
                  <a:rect l="l" t="t" r="r" b="b"/>
                  <a:pathLst>
                    <a:path w="1398818" h="78309">
                      <a:moveTo>
                        <a:pt x="0" y="75005"/>
                      </a:moveTo>
                      <a:cubicBezTo>
                        <a:pt x="0" y="33583"/>
                        <a:pt x="33583" y="0"/>
                        <a:pt x="75005" y="0"/>
                      </a:cubicBezTo>
                      <a:lnTo>
                        <a:pt x="1398818" y="0"/>
                      </a:lnTo>
                      <a:lnTo>
                        <a:pt x="1398818" y="78310"/>
                      </a:lnTo>
                    </a:path>
                  </a:pathLst>
                </a:custGeom>
                <a:solidFill>
                  <a:srgbClr val="231F20"/>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200" name="Freeform 115">
                  <a:extLst>
                    <a:ext uri="{FF2B5EF4-FFF2-40B4-BE49-F238E27FC236}">
                      <a16:creationId xmlns:a16="http://schemas.microsoft.com/office/drawing/2014/main" id="{B14F5A21-B4A6-DEF8-2013-A944DF9C52CF}"/>
                    </a:ext>
                  </a:extLst>
                </p:cNvPr>
                <p:cNvSpPr/>
                <p:nvPr/>
              </p:nvSpPr>
              <p:spPr>
                <a:xfrm>
                  <a:off x="8213419" y="4815083"/>
                  <a:ext cx="1162550" cy="16360"/>
                </a:xfrm>
                <a:custGeom>
                  <a:avLst/>
                  <a:gdLst/>
                  <a:ahLst/>
                  <a:cxnLst/>
                  <a:rect l="l" t="t" r="r" b="b"/>
                  <a:pathLst>
                    <a:path w="1162550" h="16360">
                      <a:moveTo>
                        <a:pt x="0" y="8178"/>
                      </a:moveTo>
                      <a:cubicBezTo>
                        <a:pt x="96882" y="5015"/>
                        <a:pt x="193760" y="2893"/>
                        <a:pt x="290638" y="1817"/>
                      </a:cubicBezTo>
                      <a:cubicBezTo>
                        <a:pt x="387516" y="510"/>
                        <a:pt x="484398" y="163"/>
                        <a:pt x="581276" y="0"/>
                      </a:cubicBezTo>
                      <a:cubicBezTo>
                        <a:pt x="678153" y="145"/>
                        <a:pt x="775035" y="493"/>
                        <a:pt x="871913" y="1796"/>
                      </a:cubicBezTo>
                      <a:cubicBezTo>
                        <a:pt x="968791" y="2867"/>
                        <a:pt x="1065674" y="5002"/>
                        <a:pt x="1162551" y="8182"/>
                      </a:cubicBezTo>
                      <a:cubicBezTo>
                        <a:pt x="1065670" y="11363"/>
                        <a:pt x="968791" y="13497"/>
                        <a:pt x="871913" y="14569"/>
                      </a:cubicBezTo>
                      <a:cubicBezTo>
                        <a:pt x="775031" y="15872"/>
                        <a:pt x="678153" y="16219"/>
                        <a:pt x="581276" y="16361"/>
                      </a:cubicBezTo>
                      <a:cubicBezTo>
                        <a:pt x="484393" y="16197"/>
                        <a:pt x="387516" y="15851"/>
                        <a:pt x="290638" y="14543"/>
                      </a:cubicBezTo>
                      <a:cubicBezTo>
                        <a:pt x="193760" y="13463"/>
                        <a:pt x="96882" y="11341"/>
                        <a:pt x="0" y="8178"/>
                      </a:cubicBezTo>
                      <a:close/>
                    </a:path>
                  </a:pathLst>
                </a:custGeom>
                <a:solidFill>
                  <a:srgbClr val="DFDBDA"/>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201" name="Freeform 116">
                  <a:extLst>
                    <a:ext uri="{FF2B5EF4-FFF2-40B4-BE49-F238E27FC236}">
                      <a16:creationId xmlns:a16="http://schemas.microsoft.com/office/drawing/2014/main" id="{1E56BAB5-1BD5-9C50-37EB-AA2FAD65021B}"/>
                    </a:ext>
                  </a:extLst>
                </p:cNvPr>
                <p:cNvSpPr/>
                <p:nvPr/>
              </p:nvSpPr>
              <p:spPr>
                <a:xfrm>
                  <a:off x="8108415" y="4883963"/>
                  <a:ext cx="1162555" cy="16360"/>
                </a:xfrm>
                <a:custGeom>
                  <a:avLst/>
                  <a:gdLst/>
                  <a:ahLst/>
                  <a:cxnLst/>
                  <a:rect l="l" t="t" r="r" b="b"/>
                  <a:pathLst>
                    <a:path w="1162555" h="16360">
                      <a:moveTo>
                        <a:pt x="0" y="8179"/>
                      </a:moveTo>
                      <a:cubicBezTo>
                        <a:pt x="96882" y="5015"/>
                        <a:pt x="193760" y="2893"/>
                        <a:pt x="290638" y="1818"/>
                      </a:cubicBezTo>
                      <a:cubicBezTo>
                        <a:pt x="387520" y="510"/>
                        <a:pt x="484398" y="163"/>
                        <a:pt x="581280" y="0"/>
                      </a:cubicBezTo>
                      <a:cubicBezTo>
                        <a:pt x="678158" y="146"/>
                        <a:pt x="775035" y="493"/>
                        <a:pt x="871917" y="1796"/>
                      </a:cubicBezTo>
                      <a:cubicBezTo>
                        <a:pt x="968795" y="2863"/>
                        <a:pt x="1065677" y="5002"/>
                        <a:pt x="1162555" y="8183"/>
                      </a:cubicBezTo>
                      <a:cubicBezTo>
                        <a:pt x="1065673" y="11363"/>
                        <a:pt x="968795" y="13498"/>
                        <a:pt x="871917" y="14569"/>
                      </a:cubicBezTo>
                      <a:cubicBezTo>
                        <a:pt x="775035" y="15872"/>
                        <a:pt x="678158" y="16219"/>
                        <a:pt x="581280" y="16361"/>
                      </a:cubicBezTo>
                      <a:cubicBezTo>
                        <a:pt x="484398" y="16198"/>
                        <a:pt x="387520" y="15851"/>
                        <a:pt x="290638" y="14544"/>
                      </a:cubicBezTo>
                      <a:cubicBezTo>
                        <a:pt x="193760" y="13463"/>
                        <a:pt x="96878" y="11337"/>
                        <a:pt x="0" y="8179"/>
                      </a:cubicBezTo>
                      <a:close/>
                    </a:path>
                  </a:pathLst>
                </a:custGeom>
                <a:solidFill>
                  <a:srgbClr val="DFDBDA"/>
                </a:solidFill>
                <a:ln cap="flat">
                  <a:noFill/>
                  <a:prstDash val="solid"/>
                  <a:miter lim="800000"/>
                </a:ln>
              </p:spPr>
              <p:txBody>
                <a:bodyPr vert="horz" lIns="91440" tIns="45720" rIns="91440" bIns="45720" anchor="ctr">
                  <a:normAutofit fontScale="25000" lnSpcReduction="20000"/>
                </a:bodyPr>
                <a:lstStyle/>
                <a:p>
                  <a:pPr marL="0" algn="l"/>
                  <a:endParaRPr/>
                </a:p>
              </p:txBody>
            </p:sp>
          </p:grpSp>
          <p:grpSp>
            <p:nvGrpSpPr>
              <p:cNvPr id="174" name="Group 117">
                <a:extLst>
                  <a:ext uri="{FF2B5EF4-FFF2-40B4-BE49-F238E27FC236}">
                    <a16:creationId xmlns:a16="http://schemas.microsoft.com/office/drawing/2014/main" id="{73351478-9205-DECD-B18D-766743A3FA75}"/>
                  </a:ext>
                </a:extLst>
              </p:cNvPr>
              <p:cNvGrpSpPr/>
              <p:nvPr/>
            </p:nvGrpSpPr>
            <p:grpSpPr>
              <a:xfrm>
                <a:off x="8036538" y="4057154"/>
                <a:ext cx="1640073" cy="342509"/>
                <a:chOff x="8036538" y="4057154"/>
                <a:chExt cx="1640073" cy="342509"/>
              </a:xfrm>
            </p:grpSpPr>
            <p:sp>
              <p:nvSpPr>
                <p:cNvPr id="191" name="Freeform 118">
                  <a:extLst>
                    <a:ext uri="{FF2B5EF4-FFF2-40B4-BE49-F238E27FC236}">
                      <a16:creationId xmlns:a16="http://schemas.microsoft.com/office/drawing/2014/main" id="{09878352-AEC8-4D50-6D69-6845650BF681}"/>
                    </a:ext>
                  </a:extLst>
                </p:cNvPr>
                <p:cNvSpPr/>
                <p:nvPr/>
              </p:nvSpPr>
              <p:spPr>
                <a:xfrm>
                  <a:off x="8186540" y="4057154"/>
                  <a:ext cx="1490072" cy="342509"/>
                </a:xfrm>
                <a:custGeom>
                  <a:avLst/>
                  <a:gdLst/>
                  <a:ahLst/>
                  <a:cxnLst/>
                  <a:rect l="l" t="t" r="r" b="b"/>
                  <a:pathLst>
                    <a:path w="1490072" h="342509">
                      <a:moveTo>
                        <a:pt x="4" y="342510"/>
                      </a:moveTo>
                      <a:lnTo>
                        <a:pt x="1295060" y="342510"/>
                      </a:lnTo>
                      <a:cubicBezTo>
                        <a:pt x="1402762" y="342510"/>
                        <a:pt x="1490072" y="274547"/>
                        <a:pt x="1490072" y="190712"/>
                      </a:cubicBezTo>
                      <a:lnTo>
                        <a:pt x="1490072" y="151793"/>
                      </a:lnTo>
                      <a:cubicBezTo>
                        <a:pt x="1490072" y="67958"/>
                        <a:pt x="1402762" y="0"/>
                        <a:pt x="1295060" y="0"/>
                      </a:cubicBezTo>
                      <a:lnTo>
                        <a:pt x="4" y="0"/>
                      </a:lnTo>
                      <a:lnTo>
                        <a:pt x="4" y="46707"/>
                      </a:lnTo>
                      <a:lnTo>
                        <a:pt x="1205053" y="46707"/>
                      </a:lnTo>
                      <a:cubicBezTo>
                        <a:pt x="1246476" y="46707"/>
                        <a:pt x="1280058" y="72845"/>
                        <a:pt x="1280058" y="105090"/>
                      </a:cubicBezTo>
                      <a:lnTo>
                        <a:pt x="1280058" y="237420"/>
                      </a:lnTo>
                      <a:cubicBezTo>
                        <a:pt x="1280058" y="269665"/>
                        <a:pt x="1246480" y="295803"/>
                        <a:pt x="1205053" y="295803"/>
                      </a:cubicBezTo>
                      <a:lnTo>
                        <a:pt x="0" y="295803"/>
                      </a:lnTo>
                      <a:lnTo>
                        <a:pt x="0" y="342510"/>
                      </a:lnTo>
                      <a:close/>
                    </a:path>
                  </a:pathLst>
                </a:custGeom>
                <a:solidFill>
                  <a:srgbClr val="8B018D"/>
                </a:solidFill>
                <a:ln cap="flat">
                  <a:noFill/>
                  <a:prstDash val="solid"/>
                  <a:miter lim="800000"/>
                </a:ln>
              </p:spPr>
              <p:txBody>
                <a:bodyPr vert="horz" lIns="91440" tIns="45720" rIns="91440" bIns="45720" anchor="ctr">
                  <a:normAutofit fontScale="40000" lnSpcReduction="20000"/>
                </a:bodyPr>
                <a:lstStyle/>
                <a:p>
                  <a:pPr marL="0" algn="l"/>
                  <a:endParaRPr/>
                </a:p>
              </p:txBody>
            </p:sp>
            <p:sp>
              <p:nvSpPr>
                <p:cNvPr id="192" name="Freeform 119">
                  <a:extLst>
                    <a:ext uri="{FF2B5EF4-FFF2-40B4-BE49-F238E27FC236}">
                      <a16:creationId xmlns:a16="http://schemas.microsoft.com/office/drawing/2014/main" id="{D5F29AE1-1DCD-94A5-D237-EE243B71F77C}"/>
                    </a:ext>
                  </a:extLst>
                </p:cNvPr>
                <p:cNvSpPr/>
                <p:nvPr/>
              </p:nvSpPr>
              <p:spPr>
                <a:xfrm>
                  <a:off x="8036538" y="4057154"/>
                  <a:ext cx="1490063" cy="342509"/>
                </a:xfrm>
                <a:custGeom>
                  <a:avLst/>
                  <a:gdLst/>
                  <a:ahLst/>
                  <a:cxnLst/>
                  <a:rect l="l" t="t" r="r" b="b"/>
                  <a:pathLst>
                    <a:path w="1490063" h="342509">
                      <a:moveTo>
                        <a:pt x="0" y="342510"/>
                      </a:moveTo>
                      <a:lnTo>
                        <a:pt x="1295057" y="342510"/>
                      </a:lnTo>
                      <a:cubicBezTo>
                        <a:pt x="1402757" y="342510"/>
                        <a:pt x="1490063" y="274547"/>
                        <a:pt x="1490063" y="190712"/>
                      </a:cubicBezTo>
                      <a:lnTo>
                        <a:pt x="1490063" y="151793"/>
                      </a:lnTo>
                      <a:cubicBezTo>
                        <a:pt x="1490063" y="67958"/>
                        <a:pt x="1402757" y="0"/>
                        <a:pt x="1295057" y="0"/>
                      </a:cubicBezTo>
                      <a:lnTo>
                        <a:pt x="0" y="0"/>
                      </a:lnTo>
                      <a:lnTo>
                        <a:pt x="0" y="46707"/>
                      </a:lnTo>
                      <a:lnTo>
                        <a:pt x="1295057" y="46707"/>
                      </a:lnTo>
                      <a:cubicBezTo>
                        <a:pt x="1369616" y="46707"/>
                        <a:pt x="1430060" y="93757"/>
                        <a:pt x="1430060" y="151797"/>
                      </a:cubicBezTo>
                      <a:lnTo>
                        <a:pt x="1430060" y="190717"/>
                      </a:lnTo>
                      <a:cubicBezTo>
                        <a:pt x="1430060" y="248757"/>
                        <a:pt x="1369616" y="295807"/>
                        <a:pt x="1295057" y="295807"/>
                      </a:cubicBezTo>
                      <a:lnTo>
                        <a:pt x="0" y="295807"/>
                      </a:lnTo>
                      <a:lnTo>
                        <a:pt x="0" y="342510"/>
                      </a:lnTo>
                      <a:close/>
                    </a:path>
                  </a:pathLst>
                </a:custGeom>
                <a:solidFill>
                  <a:srgbClr val="381F7A"/>
                </a:solidFill>
                <a:ln cap="flat">
                  <a:noFill/>
                  <a:prstDash val="solid"/>
                  <a:miter lim="800000"/>
                </a:ln>
              </p:spPr>
              <p:txBody>
                <a:bodyPr vert="horz" lIns="91440" tIns="45720" rIns="91440" bIns="45720" anchor="ctr">
                  <a:normAutofit fontScale="40000" lnSpcReduction="20000"/>
                </a:bodyPr>
                <a:lstStyle/>
                <a:p>
                  <a:pPr marL="0" algn="l"/>
                  <a:endParaRPr/>
                </a:p>
              </p:txBody>
            </p:sp>
            <p:sp>
              <p:nvSpPr>
                <p:cNvPr id="193" name="Freeform 120">
                  <a:extLst>
                    <a:ext uri="{FF2B5EF4-FFF2-40B4-BE49-F238E27FC236}">
                      <a16:creationId xmlns:a16="http://schemas.microsoft.com/office/drawing/2014/main" id="{2A43969A-AE0E-A8C9-EE1D-FF0A45DE4200}"/>
                    </a:ext>
                  </a:extLst>
                </p:cNvPr>
                <p:cNvSpPr/>
                <p:nvPr/>
              </p:nvSpPr>
              <p:spPr>
                <a:xfrm>
                  <a:off x="8071536" y="4103861"/>
                  <a:ext cx="1398812" cy="249099"/>
                </a:xfrm>
                <a:custGeom>
                  <a:avLst/>
                  <a:gdLst/>
                  <a:ahLst/>
                  <a:cxnLst/>
                  <a:rect l="l" t="t" r="r" b="b"/>
                  <a:pathLst>
                    <a:path w="1398812" h="249099">
                      <a:moveTo>
                        <a:pt x="0" y="249100"/>
                      </a:moveTo>
                      <a:lnTo>
                        <a:pt x="1274264" y="249100"/>
                      </a:lnTo>
                      <a:cubicBezTo>
                        <a:pt x="1343049" y="249100"/>
                        <a:pt x="1398813" y="193336"/>
                        <a:pt x="1398813" y="124550"/>
                      </a:cubicBezTo>
                      <a:lnTo>
                        <a:pt x="1398813" y="124550"/>
                      </a:lnTo>
                      <a:cubicBezTo>
                        <a:pt x="1398813" y="55764"/>
                        <a:pt x="1343049" y="0"/>
                        <a:pt x="1274264" y="0"/>
                      </a:cubicBezTo>
                      <a:lnTo>
                        <a:pt x="0" y="0"/>
                      </a:lnTo>
                      <a:lnTo>
                        <a:pt x="0" y="249100"/>
                      </a:lnTo>
                      <a:close/>
                    </a:path>
                  </a:pathLst>
                </a:custGeom>
                <a:solidFill>
                  <a:srgbClr val="FFFFFF"/>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194" name="Freeform 121">
                  <a:extLst>
                    <a:ext uri="{FF2B5EF4-FFF2-40B4-BE49-F238E27FC236}">
                      <a16:creationId xmlns:a16="http://schemas.microsoft.com/office/drawing/2014/main" id="{8C6D6E49-69FF-8903-1ACC-BCD8FE3DC472}"/>
                    </a:ext>
                  </a:extLst>
                </p:cNvPr>
                <p:cNvSpPr/>
                <p:nvPr/>
              </p:nvSpPr>
              <p:spPr>
                <a:xfrm>
                  <a:off x="8237799" y="4204142"/>
                  <a:ext cx="1162551" cy="14153"/>
                </a:xfrm>
                <a:custGeom>
                  <a:avLst/>
                  <a:gdLst/>
                  <a:ahLst/>
                  <a:cxnLst/>
                  <a:rect l="l" t="t" r="r" b="b"/>
                  <a:pathLst>
                    <a:path w="1162551" h="14153">
                      <a:moveTo>
                        <a:pt x="1162552" y="7077"/>
                      </a:moveTo>
                      <a:cubicBezTo>
                        <a:pt x="1065670" y="4342"/>
                        <a:pt x="968791" y="2503"/>
                        <a:pt x="871913" y="1573"/>
                      </a:cubicBezTo>
                      <a:cubicBezTo>
                        <a:pt x="775031" y="442"/>
                        <a:pt x="678153" y="142"/>
                        <a:pt x="581276" y="0"/>
                      </a:cubicBezTo>
                      <a:cubicBezTo>
                        <a:pt x="484393" y="124"/>
                        <a:pt x="387516" y="424"/>
                        <a:pt x="290638" y="1552"/>
                      </a:cubicBezTo>
                      <a:cubicBezTo>
                        <a:pt x="193756" y="2477"/>
                        <a:pt x="96878" y="4325"/>
                        <a:pt x="0" y="7077"/>
                      </a:cubicBezTo>
                      <a:cubicBezTo>
                        <a:pt x="96878" y="9828"/>
                        <a:pt x="193760" y="11676"/>
                        <a:pt x="290638" y="12602"/>
                      </a:cubicBezTo>
                      <a:cubicBezTo>
                        <a:pt x="387516" y="13729"/>
                        <a:pt x="484398" y="14029"/>
                        <a:pt x="581276" y="14153"/>
                      </a:cubicBezTo>
                      <a:cubicBezTo>
                        <a:pt x="678153" y="14012"/>
                        <a:pt x="775035" y="13712"/>
                        <a:pt x="871913" y="12580"/>
                      </a:cubicBezTo>
                      <a:cubicBezTo>
                        <a:pt x="968791" y="11650"/>
                        <a:pt x="1065670" y="9815"/>
                        <a:pt x="1162552" y="7077"/>
                      </a:cubicBezTo>
                      <a:close/>
                    </a:path>
                  </a:pathLst>
                </a:custGeom>
                <a:solidFill>
                  <a:srgbClr val="DFDBDA"/>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195" name="Freeform 122">
                  <a:extLst>
                    <a:ext uri="{FF2B5EF4-FFF2-40B4-BE49-F238E27FC236}">
                      <a16:creationId xmlns:a16="http://schemas.microsoft.com/office/drawing/2014/main" id="{D1B10257-B1D8-0E9F-C527-B59D1F2B7022}"/>
                    </a:ext>
                  </a:extLst>
                </p:cNvPr>
                <p:cNvSpPr/>
                <p:nvPr/>
              </p:nvSpPr>
              <p:spPr>
                <a:xfrm>
                  <a:off x="8081540" y="4281307"/>
                  <a:ext cx="1162551" cy="14153"/>
                </a:xfrm>
                <a:custGeom>
                  <a:avLst/>
                  <a:gdLst/>
                  <a:ahLst/>
                  <a:cxnLst/>
                  <a:rect l="l" t="t" r="r" b="b"/>
                  <a:pathLst>
                    <a:path w="1162551" h="14153">
                      <a:moveTo>
                        <a:pt x="1162551" y="7077"/>
                      </a:moveTo>
                      <a:cubicBezTo>
                        <a:pt x="1065673" y="4342"/>
                        <a:pt x="968791" y="2503"/>
                        <a:pt x="871913" y="1573"/>
                      </a:cubicBezTo>
                      <a:cubicBezTo>
                        <a:pt x="775035" y="442"/>
                        <a:pt x="678153" y="142"/>
                        <a:pt x="581276" y="0"/>
                      </a:cubicBezTo>
                      <a:cubicBezTo>
                        <a:pt x="484398" y="124"/>
                        <a:pt x="387515" y="424"/>
                        <a:pt x="290638" y="1552"/>
                      </a:cubicBezTo>
                      <a:cubicBezTo>
                        <a:pt x="193760" y="2477"/>
                        <a:pt x="96878" y="4325"/>
                        <a:pt x="0" y="7077"/>
                      </a:cubicBezTo>
                      <a:cubicBezTo>
                        <a:pt x="96878" y="9828"/>
                        <a:pt x="193760" y="11676"/>
                        <a:pt x="290638" y="12602"/>
                      </a:cubicBezTo>
                      <a:cubicBezTo>
                        <a:pt x="387515" y="13729"/>
                        <a:pt x="484398" y="14029"/>
                        <a:pt x="581276" y="14153"/>
                      </a:cubicBezTo>
                      <a:cubicBezTo>
                        <a:pt x="678153" y="14012"/>
                        <a:pt x="775035" y="13712"/>
                        <a:pt x="871913" y="12580"/>
                      </a:cubicBezTo>
                      <a:cubicBezTo>
                        <a:pt x="968791" y="11650"/>
                        <a:pt x="1065673" y="9811"/>
                        <a:pt x="1162551" y="7077"/>
                      </a:cubicBezTo>
                      <a:close/>
                    </a:path>
                  </a:pathLst>
                </a:custGeom>
                <a:solidFill>
                  <a:srgbClr val="DFDBDA"/>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196" name="Freeform 123">
                  <a:extLst>
                    <a:ext uri="{FF2B5EF4-FFF2-40B4-BE49-F238E27FC236}">
                      <a16:creationId xmlns:a16="http://schemas.microsoft.com/office/drawing/2014/main" id="{D5E52637-9233-94E1-0213-3584F0580170}"/>
                    </a:ext>
                  </a:extLst>
                </p:cNvPr>
                <p:cNvSpPr/>
                <p:nvPr/>
              </p:nvSpPr>
              <p:spPr>
                <a:xfrm>
                  <a:off x="8069037" y="4103861"/>
                  <a:ext cx="1389405" cy="78309"/>
                </a:xfrm>
                <a:custGeom>
                  <a:avLst/>
                  <a:gdLst/>
                  <a:ahLst/>
                  <a:cxnLst/>
                  <a:rect l="l" t="t" r="r" b="b"/>
                  <a:pathLst>
                    <a:path w="1389405" h="78309">
                      <a:moveTo>
                        <a:pt x="1389405" y="69219"/>
                      </a:moveTo>
                      <a:cubicBezTo>
                        <a:pt x="1356860" y="10338"/>
                        <a:pt x="1310452" y="0"/>
                        <a:pt x="1276767" y="0"/>
                      </a:cubicBezTo>
                      <a:lnTo>
                        <a:pt x="0" y="0"/>
                      </a:lnTo>
                      <a:lnTo>
                        <a:pt x="0" y="78310"/>
                      </a:lnTo>
                    </a:path>
                  </a:pathLst>
                </a:custGeom>
                <a:solidFill>
                  <a:srgbClr val="231F20"/>
                </a:solidFill>
                <a:ln cap="flat">
                  <a:noFill/>
                  <a:prstDash val="solid"/>
                  <a:miter lim="800000"/>
                </a:ln>
              </p:spPr>
              <p:txBody>
                <a:bodyPr vert="horz" lIns="91440" tIns="45720" rIns="91440" bIns="45720" anchor="ctr">
                  <a:normAutofit fontScale="25000" lnSpcReduction="20000"/>
                </a:bodyPr>
                <a:lstStyle/>
                <a:p>
                  <a:pPr marL="0" algn="l"/>
                  <a:endParaRPr/>
                </a:p>
              </p:txBody>
            </p:sp>
          </p:grpSp>
          <p:grpSp>
            <p:nvGrpSpPr>
              <p:cNvPr id="175" name="Group 124">
                <a:extLst>
                  <a:ext uri="{FF2B5EF4-FFF2-40B4-BE49-F238E27FC236}">
                    <a16:creationId xmlns:a16="http://schemas.microsoft.com/office/drawing/2014/main" id="{DA676A6B-7EF6-9D48-B45F-04E2F0E0E7B7}"/>
                  </a:ext>
                </a:extLst>
              </p:cNvPr>
              <p:cNvGrpSpPr/>
              <p:nvPr/>
            </p:nvGrpSpPr>
            <p:grpSpPr>
              <a:xfrm>
                <a:off x="7926532" y="4399664"/>
                <a:ext cx="1640077" cy="231260"/>
                <a:chOff x="7926532" y="4399664"/>
                <a:chExt cx="1640077" cy="231260"/>
              </a:xfrm>
            </p:grpSpPr>
            <p:sp>
              <p:nvSpPr>
                <p:cNvPr id="187" name="Freeform 125">
                  <a:extLst>
                    <a:ext uri="{FF2B5EF4-FFF2-40B4-BE49-F238E27FC236}">
                      <a16:creationId xmlns:a16="http://schemas.microsoft.com/office/drawing/2014/main" id="{E15B2B33-FA17-40D3-8C21-9A0E72DFC673}"/>
                    </a:ext>
                  </a:extLst>
                </p:cNvPr>
                <p:cNvSpPr/>
                <p:nvPr/>
              </p:nvSpPr>
              <p:spPr>
                <a:xfrm>
                  <a:off x="7926532" y="4399664"/>
                  <a:ext cx="1640077" cy="231260"/>
                </a:xfrm>
                <a:custGeom>
                  <a:avLst/>
                  <a:gdLst/>
                  <a:ahLst/>
                  <a:cxnLst/>
                  <a:rect l="l" t="t" r="r" b="b"/>
                  <a:pathLst>
                    <a:path w="1640077" h="231260">
                      <a:moveTo>
                        <a:pt x="0" y="0"/>
                      </a:moveTo>
                      <a:lnTo>
                        <a:pt x="1640078" y="0"/>
                      </a:lnTo>
                      <a:lnTo>
                        <a:pt x="1640078" y="231260"/>
                      </a:lnTo>
                      <a:lnTo>
                        <a:pt x="0" y="231260"/>
                      </a:lnTo>
                      <a:close/>
                    </a:path>
                  </a:pathLst>
                </a:custGeom>
                <a:solidFill>
                  <a:srgbClr val="3DC8E8"/>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188" name="Freeform 126">
                  <a:extLst>
                    <a:ext uri="{FF2B5EF4-FFF2-40B4-BE49-F238E27FC236}">
                      <a16:creationId xmlns:a16="http://schemas.microsoft.com/office/drawing/2014/main" id="{0E1A6601-2EA9-6353-A7AB-4AE64D8B5081}"/>
                    </a:ext>
                  </a:extLst>
                </p:cNvPr>
                <p:cNvSpPr/>
                <p:nvPr/>
              </p:nvSpPr>
              <p:spPr>
                <a:xfrm>
                  <a:off x="8074665" y="4435291"/>
                  <a:ext cx="61876" cy="160005"/>
                </a:xfrm>
                <a:custGeom>
                  <a:avLst/>
                  <a:gdLst/>
                  <a:ahLst/>
                  <a:cxnLst/>
                  <a:rect l="l" t="t" r="r" b="b"/>
                  <a:pathLst>
                    <a:path w="61876" h="160005">
                      <a:moveTo>
                        <a:pt x="0" y="0"/>
                      </a:moveTo>
                      <a:lnTo>
                        <a:pt x="61877" y="0"/>
                      </a:lnTo>
                      <a:lnTo>
                        <a:pt x="61877" y="160005"/>
                      </a:lnTo>
                      <a:lnTo>
                        <a:pt x="0" y="160005"/>
                      </a:lnTo>
                      <a:close/>
                    </a:path>
                  </a:pathLst>
                </a:custGeom>
                <a:solidFill>
                  <a:srgbClr val="FFC73C"/>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189" name="Freeform 127">
                  <a:extLst>
                    <a:ext uri="{FF2B5EF4-FFF2-40B4-BE49-F238E27FC236}">
                      <a16:creationId xmlns:a16="http://schemas.microsoft.com/office/drawing/2014/main" id="{15C3FD33-66C2-4A92-44DB-EE9DE65263E9}"/>
                    </a:ext>
                  </a:extLst>
                </p:cNvPr>
                <p:cNvSpPr/>
                <p:nvPr/>
              </p:nvSpPr>
              <p:spPr>
                <a:xfrm>
                  <a:off x="8382177" y="4435291"/>
                  <a:ext cx="61876" cy="160005"/>
                </a:xfrm>
                <a:custGeom>
                  <a:avLst/>
                  <a:gdLst/>
                  <a:ahLst/>
                  <a:cxnLst/>
                  <a:rect l="l" t="t" r="r" b="b"/>
                  <a:pathLst>
                    <a:path w="61876" h="160005">
                      <a:moveTo>
                        <a:pt x="0" y="0"/>
                      </a:moveTo>
                      <a:lnTo>
                        <a:pt x="61877" y="0"/>
                      </a:lnTo>
                      <a:lnTo>
                        <a:pt x="61877" y="160005"/>
                      </a:lnTo>
                      <a:lnTo>
                        <a:pt x="0" y="160005"/>
                      </a:lnTo>
                      <a:close/>
                    </a:path>
                  </a:pathLst>
                </a:custGeom>
                <a:solidFill>
                  <a:srgbClr val="FFC73C"/>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190" name="Freeform 128">
                  <a:extLst>
                    <a:ext uri="{FF2B5EF4-FFF2-40B4-BE49-F238E27FC236}">
                      <a16:creationId xmlns:a16="http://schemas.microsoft.com/office/drawing/2014/main" id="{E9251CAB-307F-AA30-F1C0-A630E331A3F7}"/>
                    </a:ext>
                  </a:extLst>
                </p:cNvPr>
                <p:cNvSpPr/>
                <p:nvPr/>
              </p:nvSpPr>
              <p:spPr>
                <a:xfrm>
                  <a:off x="8174041" y="4399664"/>
                  <a:ext cx="174381" cy="231260"/>
                </a:xfrm>
                <a:custGeom>
                  <a:avLst/>
                  <a:gdLst/>
                  <a:ahLst/>
                  <a:cxnLst/>
                  <a:rect l="l" t="t" r="r" b="b"/>
                  <a:pathLst>
                    <a:path w="174381" h="231260">
                      <a:moveTo>
                        <a:pt x="0" y="0"/>
                      </a:moveTo>
                      <a:lnTo>
                        <a:pt x="174381" y="0"/>
                      </a:lnTo>
                      <a:lnTo>
                        <a:pt x="174381" y="231260"/>
                      </a:lnTo>
                      <a:lnTo>
                        <a:pt x="0" y="231260"/>
                      </a:lnTo>
                      <a:close/>
                    </a:path>
                  </a:pathLst>
                </a:custGeom>
                <a:solidFill>
                  <a:srgbClr val="FFC73C"/>
                </a:solidFill>
                <a:ln cap="flat">
                  <a:noFill/>
                  <a:prstDash val="solid"/>
                  <a:miter lim="800000"/>
                </a:ln>
              </p:spPr>
              <p:txBody>
                <a:bodyPr vert="horz" lIns="91440" tIns="45720" rIns="91440" bIns="45720" anchor="ctr">
                  <a:normAutofit fontScale="25000" lnSpcReduction="20000"/>
                </a:bodyPr>
                <a:lstStyle/>
                <a:p>
                  <a:pPr marL="0" algn="l"/>
                  <a:endParaRPr/>
                </a:p>
              </p:txBody>
            </p:sp>
          </p:grpSp>
          <p:grpSp>
            <p:nvGrpSpPr>
              <p:cNvPr id="176" name="Group 129">
                <a:extLst>
                  <a:ext uri="{FF2B5EF4-FFF2-40B4-BE49-F238E27FC236}">
                    <a16:creationId xmlns:a16="http://schemas.microsoft.com/office/drawing/2014/main" id="{19D64DC2-7579-943A-CD6F-3A3FE290E2B8}"/>
                  </a:ext>
                </a:extLst>
              </p:cNvPr>
              <p:cNvGrpSpPr/>
              <p:nvPr/>
            </p:nvGrpSpPr>
            <p:grpSpPr>
              <a:xfrm>
                <a:off x="7776526" y="3470430"/>
                <a:ext cx="1640077" cy="231260"/>
                <a:chOff x="7776526" y="3470430"/>
                <a:chExt cx="1640077" cy="231260"/>
              </a:xfrm>
            </p:grpSpPr>
            <p:sp>
              <p:nvSpPr>
                <p:cNvPr id="184" name="Freeform 130">
                  <a:extLst>
                    <a:ext uri="{FF2B5EF4-FFF2-40B4-BE49-F238E27FC236}">
                      <a16:creationId xmlns:a16="http://schemas.microsoft.com/office/drawing/2014/main" id="{4EEF60DB-91BD-5EA4-3FB3-03529058655E}"/>
                    </a:ext>
                  </a:extLst>
                </p:cNvPr>
                <p:cNvSpPr/>
                <p:nvPr/>
              </p:nvSpPr>
              <p:spPr>
                <a:xfrm>
                  <a:off x="7776526" y="3470430"/>
                  <a:ext cx="1640077" cy="231260"/>
                </a:xfrm>
                <a:custGeom>
                  <a:avLst/>
                  <a:gdLst/>
                  <a:ahLst/>
                  <a:cxnLst/>
                  <a:rect l="l" t="t" r="r" b="b"/>
                  <a:pathLst>
                    <a:path w="1640077" h="231260">
                      <a:moveTo>
                        <a:pt x="0" y="0"/>
                      </a:moveTo>
                      <a:lnTo>
                        <a:pt x="1640078" y="0"/>
                      </a:lnTo>
                      <a:lnTo>
                        <a:pt x="1640078" y="231260"/>
                      </a:lnTo>
                      <a:lnTo>
                        <a:pt x="1" y="231260"/>
                      </a:lnTo>
                      <a:close/>
                    </a:path>
                  </a:pathLst>
                </a:custGeom>
                <a:solidFill>
                  <a:srgbClr val="8B018D"/>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185" name="Freeform 131">
                  <a:extLst>
                    <a:ext uri="{FF2B5EF4-FFF2-40B4-BE49-F238E27FC236}">
                      <a16:creationId xmlns:a16="http://schemas.microsoft.com/office/drawing/2014/main" id="{4E68C9E5-C6DA-B094-28C4-BEC30156A19B}"/>
                    </a:ext>
                  </a:extLst>
                </p:cNvPr>
                <p:cNvSpPr/>
                <p:nvPr/>
              </p:nvSpPr>
              <p:spPr>
                <a:xfrm>
                  <a:off x="9206590" y="3470430"/>
                  <a:ext cx="61876" cy="231260"/>
                </a:xfrm>
                <a:custGeom>
                  <a:avLst/>
                  <a:gdLst/>
                  <a:ahLst/>
                  <a:cxnLst/>
                  <a:rect l="l" t="t" r="r" b="b"/>
                  <a:pathLst>
                    <a:path w="61876" h="231260">
                      <a:moveTo>
                        <a:pt x="0" y="0"/>
                      </a:moveTo>
                      <a:lnTo>
                        <a:pt x="61877" y="0"/>
                      </a:lnTo>
                      <a:lnTo>
                        <a:pt x="61877" y="231260"/>
                      </a:lnTo>
                      <a:lnTo>
                        <a:pt x="0" y="231260"/>
                      </a:lnTo>
                      <a:close/>
                    </a:path>
                  </a:pathLst>
                </a:custGeom>
                <a:solidFill>
                  <a:srgbClr val="381F7A"/>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186" name="Freeform 132">
                  <a:extLst>
                    <a:ext uri="{FF2B5EF4-FFF2-40B4-BE49-F238E27FC236}">
                      <a16:creationId xmlns:a16="http://schemas.microsoft.com/office/drawing/2014/main" id="{584456DC-E562-A6C5-38FE-F3863B52EBD3}"/>
                    </a:ext>
                  </a:extLst>
                </p:cNvPr>
                <p:cNvSpPr/>
                <p:nvPr/>
              </p:nvSpPr>
              <p:spPr>
                <a:xfrm>
                  <a:off x="9074175" y="3470430"/>
                  <a:ext cx="94914" cy="231260"/>
                </a:xfrm>
                <a:custGeom>
                  <a:avLst/>
                  <a:gdLst/>
                  <a:ahLst/>
                  <a:cxnLst/>
                  <a:rect l="l" t="t" r="r" b="b"/>
                  <a:pathLst>
                    <a:path w="94914" h="231260">
                      <a:moveTo>
                        <a:pt x="0" y="0"/>
                      </a:moveTo>
                      <a:lnTo>
                        <a:pt x="94915" y="0"/>
                      </a:lnTo>
                      <a:lnTo>
                        <a:pt x="94915" y="231260"/>
                      </a:lnTo>
                      <a:lnTo>
                        <a:pt x="0" y="231260"/>
                      </a:lnTo>
                      <a:close/>
                    </a:path>
                  </a:pathLst>
                </a:custGeom>
                <a:solidFill>
                  <a:srgbClr val="381F7A"/>
                </a:solidFill>
                <a:ln cap="flat">
                  <a:noFill/>
                  <a:prstDash val="solid"/>
                  <a:miter lim="800000"/>
                </a:ln>
              </p:spPr>
              <p:txBody>
                <a:bodyPr vert="horz" lIns="91440" tIns="45720" rIns="91440" bIns="45720" anchor="ctr">
                  <a:normAutofit fontScale="25000" lnSpcReduction="20000"/>
                </a:bodyPr>
                <a:lstStyle/>
                <a:p>
                  <a:pPr marL="0" algn="l"/>
                  <a:endParaRPr/>
                </a:p>
              </p:txBody>
            </p:sp>
          </p:grpSp>
          <p:grpSp>
            <p:nvGrpSpPr>
              <p:cNvPr id="177" name="Group 133">
                <a:extLst>
                  <a:ext uri="{FF2B5EF4-FFF2-40B4-BE49-F238E27FC236}">
                    <a16:creationId xmlns:a16="http://schemas.microsoft.com/office/drawing/2014/main" id="{06142E87-52C4-B7BE-DE6C-86757C9037C1}"/>
                  </a:ext>
                </a:extLst>
              </p:cNvPr>
              <p:cNvGrpSpPr/>
              <p:nvPr/>
            </p:nvGrpSpPr>
            <p:grpSpPr>
              <a:xfrm>
                <a:off x="7939879" y="3701691"/>
                <a:ext cx="1640077" cy="358596"/>
                <a:chOff x="7939879" y="3701691"/>
                <a:chExt cx="1640077" cy="358596"/>
              </a:xfrm>
            </p:grpSpPr>
            <p:sp>
              <p:nvSpPr>
                <p:cNvPr id="179" name="Freeform 134">
                  <a:extLst>
                    <a:ext uri="{FF2B5EF4-FFF2-40B4-BE49-F238E27FC236}">
                      <a16:creationId xmlns:a16="http://schemas.microsoft.com/office/drawing/2014/main" id="{AA101F90-DF07-0E16-698E-F6BFCEF9CE41}"/>
                    </a:ext>
                  </a:extLst>
                </p:cNvPr>
                <p:cNvSpPr/>
                <p:nvPr/>
              </p:nvSpPr>
              <p:spPr>
                <a:xfrm>
                  <a:off x="7939879" y="3701691"/>
                  <a:ext cx="1640077" cy="358596"/>
                </a:xfrm>
                <a:custGeom>
                  <a:avLst/>
                  <a:gdLst/>
                  <a:ahLst/>
                  <a:cxnLst/>
                  <a:rect l="l" t="t" r="r" b="b"/>
                  <a:pathLst>
                    <a:path w="1640077" h="358596">
                      <a:moveTo>
                        <a:pt x="0" y="0"/>
                      </a:moveTo>
                      <a:lnTo>
                        <a:pt x="1640078" y="0"/>
                      </a:lnTo>
                      <a:lnTo>
                        <a:pt x="1640078" y="358596"/>
                      </a:lnTo>
                      <a:lnTo>
                        <a:pt x="0" y="358596"/>
                      </a:lnTo>
                      <a:close/>
                    </a:path>
                  </a:pathLst>
                </a:custGeom>
                <a:solidFill>
                  <a:srgbClr val="FFC73C"/>
                </a:solidFill>
                <a:ln cap="flat">
                  <a:noFill/>
                  <a:prstDash val="solid"/>
                  <a:miter lim="800000"/>
                </a:ln>
              </p:spPr>
              <p:txBody>
                <a:bodyPr vert="horz" lIns="91440" tIns="45720" rIns="91440" bIns="45720" anchor="ctr">
                  <a:normAutofit fontScale="47500" lnSpcReduction="20000"/>
                </a:bodyPr>
                <a:lstStyle/>
                <a:p>
                  <a:pPr marL="0" algn="l"/>
                  <a:endParaRPr/>
                </a:p>
              </p:txBody>
            </p:sp>
            <p:sp>
              <p:nvSpPr>
                <p:cNvPr id="180" name="Freeform 135">
                  <a:extLst>
                    <a:ext uri="{FF2B5EF4-FFF2-40B4-BE49-F238E27FC236}">
                      <a16:creationId xmlns:a16="http://schemas.microsoft.com/office/drawing/2014/main" id="{AA2A74E6-4715-8B8B-72F5-6CC2C09A1F70}"/>
                    </a:ext>
                  </a:extLst>
                </p:cNvPr>
                <p:cNvSpPr/>
                <p:nvPr/>
              </p:nvSpPr>
              <p:spPr>
                <a:xfrm>
                  <a:off x="8088012" y="3756936"/>
                  <a:ext cx="61876" cy="238418"/>
                </a:xfrm>
                <a:custGeom>
                  <a:avLst/>
                  <a:gdLst/>
                  <a:ahLst/>
                  <a:cxnLst/>
                  <a:rect l="l" t="t" r="r" b="b"/>
                  <a:pathLst>
                    <a:path w="61876" h="238418">
                      <a:moveTo>
                        <a:pt x="0" y="0"/>
                      </a:moveTo>
                      <a:lnTo>
                        <a:pt x="61877" y="0"/>
                      </a:lnTo>
                      <a:lnTo>
                        <a:pt x="61877" y="238418"/>
                      </a:lnTo>
                      <a:lnTo>
                        <a:pt x="0" y="238418"/>
                      </a:lnTo>
                      <a:close/>
                    </a:path>
                  </a:pathLst>
                </a:custGeom>
                <a:solidFill>
                  <a:srgbClr val="26A8D1"/>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181" name="Freeform 136">
                  <a:extLst>
                    <a:ext uri="{FF2B5EF4-FFF2-40B4-BE49-F238E27FC236}">
                      <a16:creationId xmlns:a16="http://schemas.microsoft.com/office/drawing/2014/main" id="{F5EF1DE4-D295-026C-3A71-BC956F0A64A0}"/>
                    </a:ext>
                  </a:extLst>
                </p:cNvPr>
                <p:cNvSpPr/>
                <p:nvPr/>
              </p:nvSpPr>
              <p:spPr>
                <a:xfrm>
                  <a:off x="9410573" y="3756936"/>
                  <a:ext cx="61876" cy="238418"/>
                </a:xfrm>
                <a:custGeom>
                  <a:avLst/>
                  <a:gdLst/>
                  <a:ahLst/>
                  <a:cxnLst/>
                  <a:rect l="l" t="t" r="r" b="b"/>
                  <a:pathLst>
                    <a:path w="61876" h="238418">
                      <a:moveTo>
                        <a:pt x="-1" y="0"/>
                      </a:moveTo>
                      <a:lnTo>
                        <a:pt x="61876" y="0"/>
                      </a:lnTo>
                      <a:lnTo>
                        <a:pt x="61876" y="238418"/>
                      </a:lnTo>
                      <a:lnTo>
                        <a:pt x="-1" y="238418"/>
                      </a:lnTo>
                      <a:close/>
                    </a:path>
                  </a:pathLst>
                </a:custGeom>
                <a:solidFill>
                  <a:srgbClr val="26A8D1"/>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182" name="Freeform 137">
                  <a:extLst>
                    <a:ext uri="{FF2B5EF4-FFF2-40B4-BE49-F238E27FC236}">
                      <a16:creationId xmlns:a16="http://schemas.microsoft.com/office/drawing/2014/main" id="{85D39CD6-333B-673B-6476-43776AEF5CD8}"/>
                    </a:ext>
                  </a:extLst>
                </p:cNvPr>
                <p:cNvSpPr/>
                <p:nvPr/>
              </p:nvSpPr>
              <p:spPr>
                <a:xfrm>
                  <a:off x="9299319" y="3756936"/>
                  <a:ext cx="61876" cy="238418"/>
                </a:xfrm>
                <a:custGeom>
                  <a:avLst/>
                  <a:gdLst/>
                  <a:ahLst/>
                  <a:cxnLst/>
                  <a:rect l="l" t="t" r="r" b="b"/>
                  <a:pathLst>
                    <a:path w="61876" h="238418">
                      <a:moveTo>
                        <a:pt x="0" y="0"/>
                      </a:moveTo>
                      <a:lnTo>
                        <a:pt x="61877" y="0"/>
                      </a:lnTo>
                      <a:lnTo>
                        <a:pt x="61877" y="238418"/>
                      </a:lnTo>
                      <a:lnTo>
                        <a:pt x="0" y="238418"/>
                      </a:lnTo>
                      <a:close/>
                    </a:path>
                  </a:pathLst>
                </a:custGeom>
                <a:solidFill>
                  <a:srgbClr val="26A8D1"/>
                </a:solidFill>
                <a:ln cap="flat">
                  <a:noFill/>
                  <a:prstDash val="solid"/>
                  <a:miter lim="800000"/>
                </a:ln>
              </p:spPr>
              <p:txBody>
                <a:bodyPr vert="horz" lIns="91440" tIns="45720" rIns="91440" bIns="45720" anchor="ctr">
                  <a:normAutofit fontScale="25000" lnSpcReduction="20000"/>
                </a:bodyPr>
                <a:lstStyle/>
                <a:p>
                  <a:pPr marL="0" algn="l"/>
                  <a:endParaRPr/>
                </a:p>
              </p:txBody>
            </p:sp>
            <p:sp>
              <p:nvSpPr>
                <p:cNvPr id="183" name="Freeform 138">
                  <a:extLst>
                    <a:ext uri="{FF2B5EF4-FFF2-40B4-BE49-F238E27FC236}">
                      <a16:creationId xmlns:a16="http://schemas.microsoft.com/office/drawing/2014/main" id="{F3DA5364-CDBA-23A1-E968-3AB18B307B38}"/>
                    </a:ext>
                  </a:extLst>
                </p:cNvPr>
                <p:cNvSpPr/>
                <p:nvPr/>
              </p:nvSpPr>
              <p:spPr>
                <a:xfrm rot="-2700000">
                  <a:off x="8207638" y="3756968"/>
                  <a:ext cx="238416" cy="238416"/>
                </a:xfrm>
                <a:custGeom>
                  <a:avLst/>
                  <a:gdLst/>
                  <a:ahLst/>
                  <a:cxnLst/>
                  <a:rect l="l" t="t" r="r" b="b"/>
                  <a:pathLst>
                    <a:path w="238416" h="238416">
                      <a:moveTo>
                        <a:pt x="238416" y="119208"/>
                      </a:moveTo>
                      <a:cubicBezTo>
                        <a:pt x="238416" y="185045"/>
                        <a:pt x="185045" y="238416"/>
                        <a:pt x="119208" y="238416"/>
                      </a:cubicBezTo>
                      <a:cubicBezTo>
                        <a:pt x="53372" y="238416"/>
                        <a:pt x="0" y="185045"/>
                        <a:pt x="0" y="119208"/>
                      </a:cubicBezTo>
                      <a:cubicBezTo>
                        <a:pt x="0" y="53371"/>
                        <a:pt x="53372" y="0"/>
                        <a:pt x="119208" y="0"/>
                      </a:cubicBezTo>
                      <a:cubicBezTo>
                        <a:pt x="185045" y="0"/>
                        <a:pt x="238416" y="53371"/>
                        <a:pt x="238416" y="119208"/>
                      </a:cubicBezTo>
                      <a:close/>
                    </a:path>
                  </a:pathLst>
                </a:custGeom>
                <a:solidFill>
                  <a:srgbClr val="26A8D1"/>
                </a:solidFill>
                <a:ln cap="flat">
                  <a:noFill/>
                  <a:prstDash val="solid"/>
                  <a:miter lim="800000"/>
                </a:ln>
              </p:spPr>
              <p:txBody>
                <a:bodyPr vert="horz" lIns="91440" tIns="45720" rIns="91440" bIns="45720" anchor="ctr">
                  <a:normAutofit fontScale="25000" lnSpcReduction="20000"/>
                </a:bodyPr>
                <a:lstStyle/>
                <a:p>
                  <a:pPr marL="0" algn="l"/>
                  <a:endParaRPr/>
                </a:p>
              </p:txBody>
            </p:sp>
          </p:grpSp>
          <p:sp>
            <p:nvSpPr>
              <p:cNvPr id="178" name="Freeform 139">
                <a:extLst>
                  <a:ext uri="{FF2B5EF4-FFF2-40B4-BE49-F238E27FC236}">
                    <a16:creationId xmlns:a16="http://schemas.microsoft.com/office/drawing/2014/main" id="{E0064FD4-71A7-B7D8-7EB7-CBD4D01B6432}"/>
                  </a:ext>
                </a:extLst>
              </p:cNvPr>
              <p:cNvSpPr/>
              <p:nvPr/>
            </p:nvSpPr>
            <p:spPr>
              <a:xfrm>
                <a:off x="9056975" y="4211219"/>
                <a:ext cx="84379" cy="248919"/>
              </a:xfrm>
              <a:custGeom>
                <a:avLst/>
                <a:gdLst/>
                <a:ahLst/>
                <a:cxnLst/>
                <a:rect l="l" t="t" r="r" b="b"/>
                <a:pathLst>
                  <a:path w="84379" h="248919">
                    <a:moveTo>
                      <a:pt x="0" y="0"/>
                    </a:moveTo>
                    <a:lnTo>
                      <a:pt x="84379" y="0"/>
                    </a:lnTo>
                    <a:lnTo>
                      <a:pt x="84379" y="248920"/>
                    </a:lnTo>
                    <a:lnTo>
                      <a:pt x="0" y="248920"/>
                    </a:lnTo>
                    <a:close/>
                  </a:path>
                </a:pathLst>
              </a:custGeom>
              <a:solidFill>
                <a:srgbClr val="00A3D5"/>
              </a:solidFill>
              <a:ln cap="flat">
                <a:noFill/>
                <a:prstDash val="solid"/>
                <a:miter lim="800000"/>
              </a:ln>
            </p:spPr>
            <p:txBody>
              <a:bodyPr vert="horz" lIns="91440" tIns="45720" rIns="91440" bIns="45720" anchor="ctr">
                <a:normAutofit fontScale="25000" lnSpcReduction="20000"/>
              </a:bodyPr>
              <a:lstStyle/>
              <a:p>
                <a:pPr marL="0" algn="l"/>
                <a:endParaRPr/>
              </a:p>
            </p:txBody>
          </p:sp>
        </p:grpSp>
      </p:grpSp>
      <p:sp>
        <p:nvSpPr>
          <p:cNvPr id="301" name="AutoShape 140">
            <a:extLst>
              <a:ext uri="{FF2B5EF4-FFF2-40B4-BE49-F238E27FC236}">
                <a16:creationId xmlns:a16="http://schemas.microsoft.com/office/drawing/2014/main" id="{B6129AD6-2D2D-BFA4-346B-5413FC22522A}"/>
              </a:ext>
            </a:extLst>
          </p:cNvPr>
          <p:cNvSpPr/>
          <p:nvPr/>
        </p:nvSpPr>
        <p:spPr>
          <a:xfrm>
            <a:off x="851997" y="2193504"/>
            <a:ext cx="4869166" cy="1712185"/>
          </a:xfrm>
          <a:prstGeom prst="roundRect">
            <a:avLst>
              <a:gd name="adj" fmla="val 10000"/>
            </a:avLst>
          </a:prstGeom>
          <a:solidFill>
            <a:schemeClr val="accent4">
              <a:lumMod val="40000"/>
              <a:lumOff val="60000"/>
              <a:alpha val="15000"/>
            </a:schemeClr>
          </a:solidFill>
          <a:ln cap="flat">
            <a:solidFill>
              <a:schemeClr val="accent4">
                <a:lumMod val="75000"/>
              </a:schemeClr>
            </a:solidFill>
            <a:prstDash val="solid"/>
            <a:miter lim="800000"/>
          </a:ln>
        </p:spPr>
        <p:txBody>
          <a:bodyPr vert="horz" lIns="91440" tIns="45720" rIns="91440" bIns="45720" anchor="ctr">
            <a:normAutofit/>
          </a:bodyPr>
          <a:lstStyle/>
          <a:p>
            <a:pPr marL="285750" indent="-285750">
              <a:lnSpc>
                <a:spcPct val="150000"/>
              </a:lnSpc>
              <a:buFont typeface="Wingdings" pitchFamily="2" charset="2"/>
              <a:buChar char="ü"/>
            </a:pPr>
            <a:r>
              <a:rPr lang="en-US" sz="1500" dirty="0">
                <a:latin typeface="Rockwell" panose="02060603020205020403" pitchFamily="18" charset="0"/>
              </a:rPr>
              <a:t>Infinite two-dimensional grid</a:t>
            </a:r>
          </a:p>
          <a:p>
            <a:pPr marL="285750" indent="-285750">
              <a:lnSpc>
                <a:spcPct val="150000"/>
              </a:lnSpc>
              <a:buFont typeface="Wingdings" pitchFamily="2" charset="2"/>
              <a:buChar char="ü"/>
            </a:pPr>
            <a:r>
              <a:rPr lang="en-US" sz="1500" dirty="0">
                <a:latin typeface="Rockwell" panose="02060603020205020403" pitchFamily="18" charset="0"/>
              </a:rPr>
              <a:t>Robots initially placed at distinct nodes</a:t>
            </a:r>
          </a:p>
          <a:p>
            <a:pPr marL="285750" indent="-285750">
              <a:lnSpc>
                <a:spcPct val="150000"/>
              </a:lnSpc>
              <a:buFont typeface="Wingdings" pitchFamily="2" charset="2"/>
              <a:buChar char="ü"/>
            </a:pPr>
            <a:r>
              <a:rPr lang="en-US" sz="1500" dirty="0">
                <a:latin typeface="Rockwell" panose="02060603020205020403" pitchFamily="18" charset="0"/>
              </a:rPr>
              <a:t>Grid nodes are uniformly spaced</a:t>
            </a:r>
          </a:p>
          <a:p>
            <a:pPr marL="285750" indent="-285750">
              <a:lnSpc>
                <a:spcPct val="150000"/>
              </a:lnSpc>
              <a:buFont typeface="Wingdings" pitchFamily="2" charset="2"/>
              <a:buChar char="ü"/>
            </a:pPr>
            <a:r>
              <a:rPr lang="en-US" sz="1500" dirty="0">
                <a:latin typeface="Rockwell" panose="02060603020205020403" pitchFamily="18" charset="0"/>
              </a:rPr>
              <a:t>Robots occupy only grid nodes at any time</a:t>
            </a:r>
          </a:p>
        </p:txBody>
      </p:sp>
      <p:sp>
        <p:nvSpPr>
          <p:cNvPr id="302" name="AutoShape 141">
            <a:extLst>
              <a:ext uri="{FF2B5EF4-FFF2-40B4-BE49-F238E27FC236}">
                <a16:creationId xmlns:a16="http://schemas.microsoft.com/office/drawing/2014/main" id="{FDE00307-C161-88DB-80CB-9E7276C7D519}"/>
              </a:ext>
            </a:extLst>
          </p:cNvPr>
          <p:cNvSpPr/>
          <p:nvPr/>
        </p:nvSpPr>
        <p:spPr>
          <a:xfrm>
            <a:off x="1153017" y="1781458"/>
            <a:ext cx="3500369" cy="595593"/>
          </a:xfrm>
          <a:prstGeom prst="roundRect">
            <a:avLst/>
          </a:prstGeom>
          <a:solidFill>
            <a:schemeClr val="accent5">
              <a:lumMod val="60000"/>
              <a:lumOff val="40000"/>
            </a:schemeClr>
          </a:solidFill>
          <a:ln>
            <a:solidFill>
              <a:schemeClr val="accent5">
                <a:lumMod val="75000"/>
              </a:schemeClr>
            </a:solidFill>
          </a:ln>
        </p:spPr>
        <p:txBody>
          <a:bodyPr vert="horz" wrap="square" lIns="108000" tIns="54000" rIns="108000" bIns="50400" anchor="ctr">
            <a:noAutofit/>
          </a:bodyPr>
          <a:lstStyle/>
          <a:p>
            <a:pPr algn="ctr"/>
            <a:r>
              <a:rPr lang="en-IN" altLang="zh-CN" b="1" dirty="0">
                <a:solidFill>
                  <a:srgbClr val="000000"/>
                </a:solidFill>
                <a:latin typeface="Rockwell" panose="02060603020205020403" pitchFamily="18" charset="0"/>
                <a:ea typeface="微软雅黑"/>
                <a:cs typeface="Arial" panose="020B0604020202020204" pitchFamily="34" charset="0"/>
              </a:rPr>
              <a:t>Environment</a:t>
            </a:r>
            <a:endParaRPr lang="zh-CN" altLang="en-US" b="1" i="0" u="none" baseline="0" dirty="0">
              <a:solidFill>
                <a:srgbClr val="000000"/>
              </a:solidFill>
              <a:latin typeface="Rockwell" panose="02060603020205020403" pitchFamily="18" charset="0"/>
              <a:ea typeface="微软雅黑"/>
              <a:cs typeface="Arial" panose="020B0604020202020204" pitchFamily="34" charset="0"/>
            </a:endParaRPr>
          </a:p>
        </p:txBody>
      </p:sp>
      <p:sp>
        <p:nvSpPr>
          <p:cNvPr id="303" name="AutoShape 140">
            <a:extLst>
              <a:ext uri="{FF2B5EF4-FFF2-40B4-BE49-F238E27FC236}">
                <a16:creationId xmlns:a16="http://schemas.microsoft.com/office/drawing/2014/main" id="{FB5CC604-71D0-E9F9-CCC6-B7C3375CF3CA}"/>
              </a:ext>
            </a:extLst>
          </p:cNvPr>
          <p:cNvSpPr/>
          <p:nvPr/>
        </p:nvSpPr>
        <p:spPr>
          <a:xfrm>
            <a:off x="832947" y="4584279"/>
            <a:ext cx="4869166" cy="1712185"/>
          </a:xfrm>
          <a:prstGeom prst="roundRect">
            <a:avLst>
              <a:gd name="adj" fmla="val 10000"/>
            </a:avLst>
          </a:prstGeom>
          <a:solidFill>
            <a:schemeClr val="accent4">
              <a:lumMod val="40000"/>
              <a:lumOff val="60000"/>
              <a:alpha val="15000"/>
            </a:schemeClr>
          </a:solidFill>
          <a:ln cap="flat">
            <a:solidFill>
              <a:schemeClr val="accent4">
                <a:lumMod val="75000"/>
              </a:schemeClr>
            </a:solidFill>
            <a:prstDash val="solid"/>
            <a:miter lim="800000"/>
          </a:ln>
        </p:spPr>
        <p:txBody>
          <a:bodyPr vert="horz" lIns="91440" tIns="45720" rIns="91440" bIns="45720" anchor="ctr">
            <a:normAutofit/>
          </a:bodyPr>
          <a:lstStyle/>
          <a:p>
            <a:pPr marL="285750" indent="-285750">
              <a:lnSpc>
                <a:spcPct val="150000"/>
              </a:lnSpc>
              <a:buFont typeface="Wingdings" pitchFamily="2" charset="2"/>
              <a:buChar char="ü"/>
            </a:pPr>
            <a:r>
              <a:rPr lang="en-US" sz="1500" dirty="0">
                <a:latin typeface="Rockwell" panose="02060603020205020403" pitchFamily="18" charset="0"/>
              </a:rPr>
              <a:t>Common X-axis and Y-axis directions</a:t>
            </a:r>
          </a:p>
          <a:p>
            <a:pPr marL="285750" indent="-285750">
              <a:lnSpc>
                <a:spcPct val="150000"/>
              </a:lnSpc>
              <a:buFont typeface="Wingdings" pitchFamily="2" charset="2"/>
              <a:buChar char="ü"/>
            </a:pPr>
            <a:r>
              <a:rPr lang="en-US" sz="1500" dirty="0">
                <a:latin typeface="Rockwell" panose="02060603020205020403" pitchFamily="18" charset="0"/>
              </a:rPr>
              <a:t>No shared global origin</a:t>
            </a:r>
          </a:p>
          <a:p>
            <a:pPr marL="285750" indent="-285750">
              <a:lnSpc>
                <a:spcPct val="150000"/>
              </a:lnSpc>
              <a:buFont typeface="Wingdings" pitchFamily="2" charset="2"/>
              <a:buChar char="ü"/>
            </a:pPr>
            <a:r>
              <a:rPr lang="en-US" sz="1500" dirty="0">
                <a:latin typeface="Rockwell" panose="02060603020205020403" pitchFamily="18" charset="0"/>
              </a:rPr>
              <a:t>No unique robot identifiers</a:t>
            </a:r>
          </a:p>
          <a:p>
            <a:pPr marL="285750" indent="-285750">
              <a:lnSpc>
                <a:spcPct val="150000"/>
              </a:lnSpc>
              <a:buFont typeface="Wingdings" pitchFamily="2" charset="2"/>
              <a:buChar char="ü"/>
            </a:pPr>
            <a:r>
              <a:rPr lang="en-US" sz="1500" dirty="0">
                <a:latin typeface="Rockwell" panose="02060603020205020403" pitchFamily="18" charset="0"/>
              </a:rPr>
              <a:t>No direct communication between robots</a:t>
            </a:r>
          </a:p>
        </p:txBody>
      </p:sp>
      <p:sp>
        <p:nvSpPr>
          <p:cNvPr id="304" name="AutoShape 141">
            <a:extLst>
              <a:ext uri="{FF2B5EF4-FFF2-40B4-BE49-F238E27FC236}">
                <a16:creationId xmlns:a16="http://schemas.microsoft.com/office/drawing/2014/main" id="{A704E3CC-2301-AD53-3FEB-25719FB6896B}"/>
              </a:ext>
            </a:extLst>
          </p:cNvPr>
          <p:cNvSpPr/>
          <p:nvPr/>
        </p:nvSpPr>
        <p:spPr>
          <a:xfrm>
            <a:off x="1133967" y="4172233"/>
            <a:ext cx="3500369" cy="595593"/>
          </a:xfrm>
          <a:prstGeom prst="roundRect">
            <a:avLst/>
          </a:prstGeom>
          <a:solidFill>
            <a:schemeClr val="accent5">
              <a:lumMod val="60000"/>
              <a:lumOff val="40000"/>
            </a:schemeClr>
          </a:solidFill>
          <a:ln>
            <a:solidFill>
              <a:schemeClr val="accent5">
                <a:lumMod val="75000"/>
              </a:schemeClr>
            </a:solidFill>
          </a:ln>
        </p:spPr>
        <p:txBody>
          <a:bodyPr vert="horz" wrap="square" lIns="108000" tIns="54000" rIns="108000" bIns="50400" anchor="ctr">
            <a:noAutofit/>
          </a:bodyPr>
          <a:lstStyle/>
          <a:p>
            <a:pPr algn="ctr"/>
            <a:r>
              <a:rPr lang="en-US" altLang="zh-CN" b="1" dirty="0">
                <a:solidFill>
                  <a:srgbClr val="000000"/>
                </a:solidFill>
                <a:latin typeface="Rockwell" panose="02060603020205020403" pitchFamily="18" charset="0"/>
                <a:ea typeface="微软雅黑"/>
              </a:rPr>
              <a:t>Agreements</a:t>
            </a:r>
            <a:endParaRPr lang="zh-CN" altLang="en-US" b="1" i="0" u="none" baseline="0" dirty="0">
              <a:solidFill>
                <a:srgbClr val="000000"/>
              </a:solidFill>
              <a:latin typeface="Rockwell" panose="02060603020205020403" pitchFamily="18" charset="0"/>
              <a:ea typeface="微软雅黑"/>
            </a:endParaRPr>
          </a:p>
        </p:txBody>
      </p:sp>
    </p:spTree>
    <p:extLst>
      <p:ext uri="{BB962C8B-B14F-4D97-AF65-F5344CB8AC3E}">
        <p14:creationId xmlns:p14="http://schemas.microsoft.com/office/powerpoint/2010/main" val="775645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4" fill="hold" nodeType="afterEffect">
                                  <p:stCondLst>
                                    <p:cond delay="0"/>
                                  </p:stCondLst>
                                  <p:childTnLst>
                                    <p:anim calcmode="lin" valueType="num">
                                      <p:cBhvr additive="base">
                                        <p:cTn id="6" dur="500" fill="hold"/>
                                        <p:tgtEl>
                                          <p:spTgt spid="302"/>
                                        </p:tgtEl>
                                        <p:attrNameLst>
                                          <p:attrName>ppt_x</p:attrName>
                                        </p:attrNameLst>
                                      </p:cBhvr>
                                      <p:tavLst>
                                        <p:tav tm="0">
                                          <p:val>
                                            <p:strVal val="#ppt_x"/>
                                          </p:val>
                                        </p:tav>
                                        <p:tav tm="100000">
                                          <p:val>
                                            <p:strVal val="#ppt_x"/>
                                          </p:val>
                                        </p:tav>
                                      </p:tavLst>
                                    </p:anim>
                                    <p:anim calcmode="lin" valueType="num">
                                      <p:cBhvr additive="base">
                                        <p:cTn id="7" dur="500" fill="hold"/>
                                        <p:tgtEl>
                                          <p:spTgt spid="302"/>
                                        </p:tgtEl>
                                        <p:attrNameLst>
                                          <p:attrName>ppt_y</p:attrName>
                                        </p:attrNameLst>
                                      </p:cBhvr>
                                      <p:tavLst>
                                        <p:tav tm="0">
                                          <p:val>
                                            <p:strVal val="#ppt_y+#ppt_h/2"/>
                                          </p:val>
                                        </p:tav>
                                        <p:tav tm="100000">
                                          <p:val>
                                            <p:strVal val="#ppt_y"/>
                                          </p:val>
                                        </p:tav>
                                      </p:tavLst>
                                    </p:anim>
                                    <p:anim calcmode="lin" valueType="num">
                                      <p:cBhvr additive="base">
                                        <p:cTn id="8" dur="500" fill="hold"/>
                                        <p:tgtEl>
                                          <p:spTgt spid="302"/>
                                        </p:tgtEl>
                                        <p:attrNameLst>
                                          <p:attrName>ppt_w</p:attrName>
                                        </p:attrNameLst>
                                      </p:cBhvr>
                                      <p:tavLst>
                                        <p:tav tm="0">
                                          <p:val>
                                            <p:strVal val="#ppt_w"/>
                                          </p:val>
                                        </p:tav>
                                        <p:tav tm="100000">
                                          <p:val>
                                            <p:strVal val="#ppt_w"/>
                                          </p:val>
                                        </p:tav>
                                      </p:tavLst>
                                    </p:anim>
                                    <p:anim calcmode="lin" valueType="num">
                                      <p:cBhvr additive="base">
                                        <p:cTn id="9" dur="500" fill="hold"/>
                                        <p:tgtEl>
                                          <p:spTgt spid="302"/>
                                        </p:tgtEl>
                                        <p:attrNameLst>
                                          <p:attrName>ppt_h</p:attrName>
                                        </p:attrNameLst>
                                      </p:cBhvr>
                                      <p:tavLst>
                                        <p:tav tm="0">
                                          <p:val>
                                            <p:fltVal val="0"/>
                                          </p:val>
                                        </p:tav>
                                        <p:tav tm="100000">
                                          <p:val>
                                            <p:strVal val="#ppt_h"/>
                                          </p:val>
                                        </p:tav>
                                      </p:tavLst>
                                    </p:anim>
                                    <p:set>
                                      <p:cBhvr additive="base">
                                        <p:cTn id="10" dur="500" fill="hold">
                                          <p:stCondLst>
                                            <p:cond delay="0"/>
                                          </p:stCondLst>
                                        </p:cTn>
                                        <p:tgtEl>
                                          <p:spTgt spid="302"/>
                                        </p:tgtEl>
                                        <p:attrNameLst>
                                          <p:attrName>style.visibility</p:attrName>
                                        </p:attrNameLst>
                                      </p:cBhvr>
                                      <p:to>
                                        <p:strVal val="visible"/>
                                      </p:to>
                                    </p:set>
                                  </p:childTnLst>
                                </p:cTn>
                              </p:par>
                            </p:childTnLst>
                          </p:cTn>
                        </p:par>
                        <p:par>
                          <p:cTn id="11" fill="hold">
                            <p:stCondLst>
                              <p:cond delay="500"/>
                            </p:stCondLst>
                            <p:childTnLst>
                              <p:par>
                                <p:cTn id="12" presetID="5" presetClass="entr" presetSubtype="10" fill="hold" nodeType="afterEffect">
                                  <p:stCondLst>
                                    <p:cond delay="0"/>
                                  </p:stCondLst>
                                  <p:childTnLst>
                                    <p:animEffect transition="in" filter="checkerboard(across)">
                                      <p:cBhvr>
                                        <p:cTn id="13" dur="1000"/>
                                        <p:tgtEl>
                                          <p:spTgt spid="301"/>
                                        </p:tgtEl>
                                      </p:cBhvr>
                                    </p:animEffect>
                                    <p:set>
                                      <p:cBhvr>
                                        <p:cTn id="14" dur="1000" fill="hold">
                                          <p:stCondLst>
                                            <p:cond delay="0"/>
                                          </p:stCondLst>
                                        </p:cTn>
                                        <p:tgtEl>
                                          <p:spTgt spid="301"/>
                                        </p:tgtEl>
                                        <p:attrNameLst>
                                          <p:attrName>style.visibility</p:attrName>
                                        </p:attrNameLst>
                                      </p:cBhvr>
                                      <p:to>
                                        <p:strVal val="visible"/>
                                      </p:to>
                                    </p:set>
                                  </p:childTnLst>
                                </p:cTn>
                              </p:par>
                            </p:childTnLst>
                          </p:cTn>
                        </p:par>
                        <p:par>
                          <p:cTn id="15" fill="hold">
                            <p:stCondLst>
                              <p:cond delay="1500"/>
                            </p:stCondLst>
                            <p:childTnLst>
                              <p:par>
                                <p:cTn id="16" presetID="17" presetClass="entr" presetSubtype="4" fill="hold" nodeType="afterEffect">
                                  <p:stCondLst>
                                    <p:cond delay="0"/>
                                  </p:stCondLst>
                                  <p:childTnLst>
                                    <p:anim calcmode="lin" valueType="num">
                                      <p:cBhvr additive="base">
                                        <p:cTn id="17" dur="500" fill="hold"/>
                                        <p:tgtEl>
                                          <p:spTgt spid="304"/>
                                        </p:tgtEl>
                                        <p:attrNameLst>
                                          <p:attrName>ppt_x</p:attrName>
                                        </p:attrNameLst>
                                      </p:cBhvr>
                                      <p:tavLst>
                                        <p:tav tm="0">
                                          <p:val>
                                            <p:strVal val="#ppt_x"/>
                                          </p:val>
                                        </p:tav>
                                        <p:tav tm="100000">
                                          <p:val>
                                            <p:strVal val="#ppt_x"/>
                                          </p:val>
                                        </p:tav>
                                      </p:tavLst>
                                    </p:anim>
                                    <p:anim calcmode="lin" valueType="num">
                                      <p:cBhvr additive="base">
                                        <p:cTn id="18" dur="500" fill="hold"/>
                                        <p:tgtEl>
                                          <p:spTgt spid="304"/>
                                        </p:tgtEl>
                                        <p:attrNameLst>
                                          <p:attrName>ppt_y</p:attrName>
                                        </p:attrNameLst>
                                      </p:cBhvr>
                                      <p:tavLst>
                                        <p:tav tm="0">
                                          <p:val>
                                            <p:strVal val="#ppt_y+#ppt_h/2"/>
                                          </p:val>
                                        </p:tav>
                                        <p:tav tm="100000">
                                          <p:val>
                                            <p:strVal val="#ppt_y"/>
                                          </p:val>
                                        </p:tav>
                                      </p:tavLst>
                                    </p:anim>
                                    <p:anim calcmode="lin" valueType="num">
                                      <p:cBhvr additive="base">
                                        <p:cTn id="19" dur="500" fill="hold"/>
                                        <p:tgtEl>
                                          <p:spTgt spid="304"/>
                                        </p:tgtEl>
                                        <p:attrNameLst>
                                          <p:attrName>ppt_w</p:attrName>
                                        </p:attrNameLst>
                                      </p:cBhvr>
                                      <p:tavLst>
                                        <p:tav tm="0">
                                          <p:val>
                                            <p:strVal val="#ppt_w"/>
                                          </p:val>
                                        </p:tav>
                                        <p:tav tm="100000">
                                          <p:val>
                                            <p:strVal val="#ppt_w"/>
                                          </p:val>
                                        </p:tav>
                                      </p:tavLst>
                                    </p:anim>
                                    <p:anim calcmode="lin" valueType="num">
                                      <p:cBhvr additive="base">
                                        <p:cTn id="20" dur="500" fill="hold"/>
                                        <p:tgtEl>
                                          <p:spTgt spid="304"/>
                                        </p:tgtEl>
                                        <p:attrNameLst>
                                          <p:attrName>ppt_h</p:attrName>
                                        </p:attrNameLst>
                                      </p:cBhvr>
                                      <p:tavLst>
                                        <p:tav tm="0">
                                          <p:val>
                                            <p:fltVal val="0"/>
                                          </p:val>
                                        </p:tav>
                                        <p:tav tm="100000">
                                          <p:val>
                                            <p:strVal val="#ppt_h"/>
                                          </p:val>
                                        </p:tav>
                                      </p:tavLst>
                                    </p:anim>
                                    <p:set>
                                      <p:cBhvr additive="base">
                                        <p:cTn id="21" dur="500" fill="hold">
                                          <p:stCondLst>
                                            <p:cond delay="0"/>
                                          </p:stCondLst>
                                        </p:cTn>
                                        <p:tgtEl>
                                          <p:spTgt spid="304"/>
                                        </p:tgtEl>
                                        <p:attrNameLst>
                                          <p:attrName>style.visibility</p:attrName>
                                        </p:attrNameLst>
                                      </p:cBhvr>
                                      <p:to>
                                        <p:strVal val="visible"/>
                                      </p:to>
                                    </p:set>
                                  </p:childTnLst>
                                </p:cTn>
                              </p:par>
                            </p:childTnLst>
                          </p:cTn>
                        </p:par>
                        <p:par>
                          <p:cTn id="22" fill="hold">
                            <p:stCondLst>
                              <p:cond delay="2000"/>
                            </p:stCondLst>
                            <p:childTnLst>
                              <p:par>
                                <p:cTn id="23" presetID="5" presetClass="entr" presetSubtype="10" fill="hold" nodeType="afterEffect">
                                  <p:stCondLst>
                                    <p:cond delay="0"/>
                                  </p:stCondLst>
                                  <p:childTnLst>
                                    <p:animEffect transition="in" filter="checkerboard(across)">
                                      <p:cBhvr>
                                        <p:cTn id="24" dur="1000"/>
                                        <p:tgtEl>
                                          <p:spTgt spid="303"/>
                                        </p:tgtEl>
                                      </p:cBhvr>
                                    </p:animEffect>
                                    <p:set>
                                      <p:cBhvr>
                                        <p:cTn id="25" dur="1000" fill="hold">
                                          <p:stCondLst>
                                            <p:cond delay="0"/>
                                          </p:stCondLst>
                                        </p:cTn>
                                        <p:tgtEl>
                                          <p:spTgt spid="3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358D330E-49B8-CE8E-B3AD-DA81D2D70723}"/>
              </a:ext>
            </a:extLst>
          </p:cNvPr>
          <p:cNvSpPr>
            <a:spLocks noGrp="1"/>
          </p:cNvSpPr>
          <p:nvPr>
            <p:ph type="title"/>
          </p:nvPr>
        </p:nvSpPr>
        <p:spPr>
          <a:xfrm>
            <a:off x="782320" y="1006266"/>
            <a:ext cx="7066280" cy="558799"/>
          </a:xfrm>
        </p:spPr>
        <p:txBody>
          <a:bodyPr>
            <a:noAutofit/>
          </a:bodyPr>
          <a:lstStyle/>
          <a:p>
            <a:r>
              <a:rPr lang="en-US" b="1" dirty="0">
                <a:solidFill>
                  <a:schemeClr val="tx1"/>
                </a:solidFill>
                <a:latin typeface="Cambria" panose="02040503050406030204" pitchFamily="18" charset="0"/>
                <a:ea typeface="Cambria" panose="02040503050406030204" pitchFamily="18" charset="0"/>
              </a:rPr>
              <a:t>MAIN Algorithm</a:t>
            </a:r>
          </a:p>
        </p:txBody>
      </p:sp>
      <p:pic>
        <p:nvPicPr>
          <p:cNvPr id="11" name="Picture 2">
            <a:extLst>
              <a:ext uri="{FF2B5EF4-FFF2-40B4-BE49-F238E27FC236}">
                <a16:creationId xmlns:a16="http://schemas.microsoft.com/office/drawing/2014/main" id="{00205EC5-6B38-A512-374C-DD9C745D77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4713" y="1719262"/>
            <a:ext cx="4716462" cy="474162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3">
            <a:extLst>
              <a:ext uri="{FF2B5EF4-FFF2-40B4-BE49-F238E27FC236}">
                <a16:creationId xmlns:a16="http://schemas.microsoft.com/office/drawing/2014/main" id="{3DC57E9D-90DC-278B-54BC-CE8BF84211D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2301"/>
          <a:stretch/>
        </p:blipFill>
        <p:spPr bwMode="auto">
          <a:xfrm>
            <a:off x="6058020" y="1695449"/>
            <a:ext cx="4943356" cy="47529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666855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A4AF1-137C-3E84-63B2-D92EA1AB488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BF3DC17-916A-2599-7276-6D3CD1A09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999" y="342900"/>
            <a:ext cx="11172387" cy="6196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E1ABBE57-28A4-C09F-0668-22C9C96E23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9577" y="826532"/>
            <a:ext cx="5491443" cy="1885950"/>
          </a:xfrm>
          <a:prstGeom prst="rect">
            <a:avLst/>
          </a:prstGeom>
        </p:spPr>
      </p:pic>
      <p:pic>
        <p:nvPicPr>
          <p:cNvPr id="5" name="Picture 4">
            <a:extLst>
              <a:ext uri="{FF2B5EF4-FFF2-40B4-BE49-F238E27FC236}">
                <a16:creationId xmlns:a16="http://schemas.microsoft.com/office/drawing/2014/main" id="{3456240C-0DD2-76AD-E69F-AD9EA0ED150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9577" y="2747963"/>
            <a:ext cx="5543392" cy="1862137"/>
          </a:xfrm>
          <a:prstGeom prst="rect">
            <a:avLst/>
          </a:prstGeom>
        </p:spPr>
      </p:pic>
      <p:pic>
        <p:nvPicPr>
          <p:cNvPr id="6" name="Picture 5">
            <a:extLst>
              <a:ext uri="{FF2B5EF4-FFF2-40B4-BE49-F238E27FC236}">
                <a16:creationId xmlns:a16="http://schemas.microsoft.com/office/drawing/2014/main" id="{BADD0FC2-099A-48DC-FC3A-06EECA651D7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7201" y="4748213"/>
            <a:ext cx="5514974" cy="1779221"/>
          </a:xfrm>
          <a:prstGeom prst="rect">
            <a:avLst/>
          </a:prstGeom>
        </p:spPr>
      </p:pic>
      <p:pic>
        <p:nvPicPr>
          <p:cNvPr id="8" name="Picture 7">
            <a:extLst>
              <a:ext uri="{FF2B5EF4-FFF2-40B4-BE49-F238E27FC236}">
                <a16:creationId xmlns:a16="http://schemas.microsoft.com/office/drawing/2014/main" id="{59EF4427-C399-1963-D2EE-58568583D67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34100" y="619125"/>
            <a:ext cx="5579808" cy="1905000"/>
          </a:xfrm>
          <a:prstGeom prst="rect">
            <a:avLst/>
          </a:prstGeom>
        </p:spPr>
      </p:pic>
      <p:pic>
        <p:nvPicPr>
          <p:cNvPr id="9" name="Picture 8">
            <a:extLst>
              <a:ext uri="{FF2B5EF4-FFF2-40B4-BE49-F238E27FC236}">
                <a16:creationId xmlns:a16="http://schemas.microsoft.com/office/drawing/2014/main" id="{D94F681F-78AB-98D6-ACE1-6E6FB4160EB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086475" y="2566988"/>
            <a:ext cx="5660872" cy="1960997"/>
          </a:xfrm>
          <a:prstGeom prst="rect">
            <a:avLst/>
          </a:prstGeom>
        </p:spPr>
      </p:pic>
      <p:pic>
        <p:nvPicPr>
          <p:cNvPr id="13" name="Picture 12">
            <a:extLst>
              <a:ext uri="{FF2B5EF4-FFF2-40B4-BE49-F238E27FC236}">
                <a16:creationId xmlns:a16="http://schemas.microsoft.com/office/drawing/2014/main" id="{731A3B9F-4A1F-BC55-05EC-D67C2A0E17F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205537" y="4676776"/>
            <a:ext cx="5454464" cy="1885950"/>
          </a:xfrm>
          <a:prstGeom prst="rect">
            <a:avLst/>
          </a:prstGeom>
        </p:spPr>
      </p:pic>
      <p:sp>
        <p:nvSpPr>
          <p:cNvPr id="14" name="TextBox 13">
            <a:extLst>
              <a:ext uri="{FF2B5EF4-FFF2-40B4-BE49-F238E27FC236}">
                <a16:creationId xmlns:a16="http://schemas.microsoft.com/office/drawing/2014/main" id="{1133D745-A702-DD27-7065-2B13FF74CD48}"/>
              </a:ext>
            </a:extLst>
          </p:cNvPr>
          <p:cNvSpPr txBox="1"/>
          <p:nvPr/>
        </p:nvSpPr>
        <p:spPr>
          <a:xfrm>
            <a:off x="2638425" y="342900"/>
            <a:ext cx="1600200" cy="369332"/>
          </a:xfrm>
          <a:prstGeom prst="rect">
            <a:avLst/>
          </a:prstGeom>
          <a:noFill/>
        </p:spPr>
        <p:txBody>
          <a:bodyPr wrap="square" rtlCol="0">
            <a:spAutoFit/>
          </a:bodyPr>
          <a:lstStyle/>
          <a:p>
            <a:r>
              <a:rPr lang="en-US" dirty="0">
                <a:solidFill>
                  <a:srgbClr val="C00000"/>
                </a:solidFill>
                <a:latin typeface="Sitka Small" pitchFamily="2" charset="0"/>
              </a:rPr>
              <a:t>Fig: 1</a:t>
            </a:r>
            <a:endParaRPr lang="en-IN" dirty="0">
              <a:solidFill>
                <a:srgbClr val="C00000"/>
              </a:solidFill>
              <a:latin typeface="Sitka Small" pitchFamily="2" charset="0"/>
            </a:endParaRPr>
          </a:p>
        </p:txBody>
      </p:sp>
      <p:sp>
        <p:nvSpPr>
          <p:cNvPr id="15" name="TextBox 14">
            <a:extLst>
              <a:ext uri="{FF2B5EF4-FFF2-40B4-BE49-F238E27FC236}">
                <a16:creationId xmlns:a16="http://schemas.microsoft.com/office/drawing/2014/main" id="{0EC3D54E-6EEC-D25F-509F-8A7448771D66}"/>
              </a:ext>
            </a:extLst>
          </p:cNvPr>
          <p:cNvSpPr txBox="1"/>
          <p:nvPr/>
        </p:nvSpPr>
        <p:spPr>
          <a:xfrm>
            <a:off x="2647950" y="2428875"/>
            <a:ext cx="1600200" cy="369332"/>
          </a:xfrm>
          <a:prstGeom prst="rect">
            <a:avLst/>
          </a:prstGeom>
          <a:noFill/>
        </p:spPr>
        <p:txBody>
          <a:bodyPr wrap="square" rtlCol="0">
            <a:spAutoFit/>
          </a:bodyPr>
          <a:lstStyle/>
          <a:p>
            <a:r>
              <a:rPr lang="en-US" dirty="0">
                <a:solidFill>
                  <a:srgbClr val="C00000"/>
                </a:solidFill>
                <a:latin typeface="Sitka Small" pitchFamily="2" charset="0"/>
              </a:rPr>
              <a:t>Fig: 2</a:t>
            </a:r>
            <a:endParaRPr lang="en-IN" dirty="0">
              <a:solidFill>
                <a:srgbClr val="C00000"/>
              </a:solidFill>
              <a:latin typeface="Sitka Small" pitchFamily="2" charset="0"/>
            </a:endParaRPr>
          </a:p>
        </p:txBody>
      </p:sp>
      <p:sp>
        <p:nvSpPr>
          <p:cNvPr id="16" name="TextBox 15">
            <a:extLst>
              <a:ext uri="{FF2B5EF4-FFF2-40B4-BE49-F238E27FC236}">
                <a16:creationId xmlns:a16="http://schemas.microsoft.com/office/drawing/2014/main" id="{67C486AC-94B2-75E1-FA48-360EF78C97BD}"/>
              </a:ext>
            </a:extLst>
          </p:cNvPr>
          <p:cNvSpPr txBox="1"/>
          <p:nvPr/>
        </p:nvSpPr>
        <p:spPr>
          <a:xfrm>
            <a:off x="2676525" y="4448175"/>
            <a:ext cx="1600200" cy="369332"/>
          </a:xfrm>
          <a:prstGeom prst="rect">
            <a:avLst/>
          </a:prstGeom>
          <a:noFill/>
        </p:spPr>
        <p:txBody>
          <a:bodyPr wrap="square" rtlCol="0">
            <a:spAutoFit/>
          </a:bodyPr>
          <a:lstStyle/>
          <a:p>
            <a:r>
              <a:rPr lang="en-US" dirty="0">
                <a:solidFill>
                  <a:srgbClr val="C00000"/>
                </a:solidFill>
                <a:latin typeface="Sitka Small" pitchFamily="2" charset="0"/>
              </a:rPr>
              <a:t>Fig: 3</a:t>
            </a:r>
            <a:endParaRPr lang="en-IN" dirty="0">
              <a:solidFill>
                <a:srgbClr val="C00000"/>
              </a:solidFill>
              <a:latin typeface="Sitka Small" pitchFamily="2" charset="0"/>
            </a:endParaRPr>
          </a:p>
        </p:txBody>
      </p:sp>
      <p:sp>
        <p:nvSpPr>
          <p:cNvPr id="17" name="TextBox 16">
            <a:extLst>
              <a:ext uri="{FF2B5EF4-FFF2-40B4-BE49-F238E27FC236}">
                <a16:creationId xmlns:a16="http://schemas.microsoft.com/office/drawing/2014/main" id="{B232B86A-BF55-E745-5CB3-7A65205F4D8A}"/>
              </a:ext>
            </a:extLst>
          </p:cNvPr>
          <p:cNvSpPr txBox="1"/>
          <p:nvPr/>
        </p:nvSpPr>
        <p:spPr>
          <a:xfrm>
            <a:off x="8439150" y="295275"/>
            <a:ext cx="1600200" cy="369332"/>
          </a:xfrm>
          <a:prstGeom prst="rect">
            <a:avLst/>
          </a:prstGeom>
          <a:noFill/>
        </p:spPr>
        <p:txBody>
          <a:bodyPr wrap="square" rtlCol="0">
            <a:spAutoFit/>
          </a:bodyPr>
          <a:lstStyle/>
          <a:p>
            <a:r>
              <a:rPr lang="en-US" dirty="0">
                <a:solidFill>
                  <a:srgbClr val="C00000"/>
                </a:solidFill>
                <a:latin typeface="Sitka Small" pitchFamily="2" charset="0"/>
              </a:rPr>
              <a:t>Fig: 4</a:t>
            </a:r>
            <a:endParaRPr lang="en-IN" dirty="0">
              <a:solidFill>
                <a:srgbClr val="C00000"/>
              </a:solidFill>
              <a:latin typeface="Sitka Small" pitchFamily="2" charset="0"/>
            </a:endParaRPr>
          </a:p>
        </p:txBody>
      </p:sp>
      <p:sp>
        <p:nvSpPr>
          <p:cNvPr id="18" name="TextBox 17">
            <a:extLst>
              <a:ext uri="{FF2B5EF4-FFF2-40B4-BE49-F238E27FC236}">
                <a16:creationId xmlns:a16="http://schemas.microsoft.com/office/drawing/2014/main" id="{13402DFC-EC22-F81F-76E2-28ABCCF685EF}"/>
              </a:ext>
            </a:extLst>
          </p:cNvPr>
          <p:cNvSpPr txBox="1"/>
          <p:nvPr/>
        </p:nvSpPr>
        <p:spPr>
          <a:xfrm>
            <a:off x="8439150" y="2295525"/>
            <a:ext cx="1600200" cy="369332"/>
          </a:xfrm>
          <a:prstGeom prst="rect">
            <a:avLst/>
          </a:prstGeom>
          <a:noFill/>
        </p:spPr>
        <p:txBody>
          <a:bodyPr wrap="square" rtlCol="0">
            <a:spAutoFit/>
          </a:bodyPr>
          <a:lstStyle/>
          <a:p>
            <a:r>
              <a:rPr lang="en-US" dirty="0">
                <a:solidFill>
                  <a:srgbClr val="C00000"/>
                </a:solidFill>
                <a:latin typeface="Sitka Small" pitchFamily="2" charset="0"/>
              </a:rPr>
              <a:t>Fig: 5</a:t>
            </a:r>
            <a:endParaRPr lang="en-IN" dirty="0">
              <a:solidFill>
                <a:srgbClr val="C00000"/>
              </a:solidFill>
              <a:latin typeface="Sitka Small" pitchFamily="2" charset="0"/>
            </a:endParaRPr>
          </a:p>
        </p:txBody>
      </p:sp>
      <p:sp>
        <p:nvSpPr>
          <p:cNvPr id="19" name="TextBox 18">
            <a:extLst>
              <a:ext uri="{FF2B5EF4-FFF2-40B4-BE49-F238E27FC236}">
                <a16:creationId xmlns:a16="http://schemas.microsoft.com/office/drawing/2014/main" id="{C57159BC-427C-8129-531E-1F876A3D3EC6}"/>
              </a:ext>
            </a:extLst>
          </p:cNvPr>
          <p:cNvSpPr txBox="1"/>
          <p:nvPr/>
        </p:nvSpPr>
        <p:spPr>
          <a:xfrm>
            <a:off x="8505825" y="4410075"/>
            <a:ext cx="1600200" cy="369332"/>
          </a:xfrm>
          <a:prstGeom prst="rect">
            <a:avLst/>
          </a:prstGeom>
          <a:noFill/>
        </p:spPr>
        <p:txBody>
          <a:bodyPr wrap="square" rtlCol="0">
            <a:spAutoFit/>
          </a:bodyPr>
          <a:lstStyle/>
          <a:p>
            <a:r>
              <a:rPr lang="en-US" dirty="0">
                <a:solidFill>
                  <a:srgbClr val="C00000"/>
                </a:solidFill>
                <a:latin typeface="Sitka Small" pitchFamily="2" charset="0"/>
              </a:rPr>
              <a:t>Fig: 6</a:t>
            </a:r>
            <a:endParaRPr lang="en-IN" dirty="0">
              <a:solidFill>
                <a:srgbClr val="C00000"/>
              </a:solidFill>
              <a:latin typeface="Sitka Small" pitchFamily="2" charset="0"/>
            </a:endParaRPr>
          </a:p>
        </p:txBody>
      </p:sp>
    </p:spTree>
    <p:extLst>
      <p:ext uri="{BB962C8B-B14F-4D97-AF65-F5344CB8AC3E}">
        <p14:creationId xmlns:p14="http://schemas.microsoft.com/office/powerpoint/2010/main" val="19875917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D84E0-A2C4-194C-7FFE-E28AECEE248D}"/>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F527A778-B04F-5B86-820C-E610F01DC536}"/>
              </a:ext>
            </a:extLst>
          </p:cNvPr>
          <p:cNvSpPr txBox="1"/>
          <p:nvPr/>
        </p:nvSpPr>
        <p:spPr>
          <a:xfrm>
            <a:off x="2913888" y="3013501"/>
            <a:ext cx="6364224" cy="830997"/>
          </a:xfrm>
          <a:prstGeom prst="rect">
            <a:avLst/>
          </a:prstGeom>
          <a:noFill/>
        </p:spPr>
        <p:txBody>
          <a:bodyPr wrap="square" rtlCol="0">
            <a:spAutoFit/>
          </a:bodyPr>
          <a:lstStyle/>
          <a:p>
            <a:r>
              <a:rPr lang="en-IN" sz="4800" b="1" dirty="0">
                <a:effectLst>
                  <a:outerShdw blurRad="50800" dist="38100" dir="18900000" algn="bl" rotWithShape="0">
                    <a:prstClr val="black">
                      <a:alpha val="40000"/>
                    </a:prstClr>
                  </a:outerShdw>
                </a:effectLst>
                <a:latin typeface="Cambria" panose="02040503050406030204" pitchFamily="18" charset="0"/>
                <a:ea typeface="Cambria" panose="02040503050406030204" pitchFamily="18" charset="0"/>
                <a:cs typeface="Arial" panose="020B0604020202020204" pitchFamily="34" charset="0"/>
              </a:rPr>
              <a:t>This Semester Work</a:t>
            </a:r>
          </a:p>
        </p:txBody>
      </p:sp>
    </p:spTree>
    <p:extLst>
      <p:ext uri="{BB962C8B-B14F-4D97-AF65-F5344CB8AC3E}">
        <p14:creationId xmlns:p14="http://schemas.microsoft.com/office/powerpoint/2010/main" val="373205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7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A1B72-10D9-E245-6A70-EE850513C347}"/>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EE4CC02F-0EA7-EE66-0E3F-0CC10EE37DA8}"/>
              </a:ext>
            </a:extLst>
          </p:cNvPr>
          <p:cNvSpPr>
            <a:spLocks noGrp="1"/>
          </p:cNvSpPr>
          <p:nvPr>
            <p:ph type="title"/>
          </p:nvPr>
        </p:nvSpPr>
        <p:spPr>
          <a:xfrm>
            <a:off x="782320" y="1006266"/>
            <a:ext cx="8151368" cy="558799"/>
          </a:xfrm>
        </p:spPr>
        <p:txBody>
          <a:bodyPr>
            <a:noAutofit/>
          </a:bodyPr>
          <a:lstStyle/>
          <a:p>
            <a:r>
              <a:rPr lang="en-US" b="1" dirty="0">
                <a:solidFill>
                  <a:schemeClr val="tx1"/>
                </a:solidFill>
                <a:latin typeface="Cambria" panose="02040503050406030204" pitchFamily="18" charset="0"/>
                <a:ea typeface="Cambria" panose="02040503050406030204" pitchFamily="18" charset="0"/>
                <a:cs typeface="Arial" panose="020B0604020202020204" pitchFamily="34" charset="0"/>
              </a:rPr>
              <a:t>Supporting Algorithms</a:t>
            </a:r>
          </a:p>
        </p:txBody>
      </p:sp>
      <p:sp>
        <p:nvSpPr>
          <p:cNvPr id="219" name="Shape 0">
            <a:extLst>
              <a:ext uri="{FF2B5EF4-FFF2-40B4-BE49-F238E27FC236}">
                <a16:creationId xmlns:a16="http://schemas.microsoft.com/office/drawing/2014/main" id="{0C419CA3-03AD-772D-4064-5FD3DDF60A4A}"/>
              </a:ext>
            </a:extLst>
          </p:cNvPr>
          <p:cNvSpPr/>
          <p:nvPr/>
        </p:nvSpPr>
        <p:spPr>
          <a:xfrm flipH="1">
            <a:off x="6405879" y="1933301"/>
            <a:ext cx="54956" cy="4464001"/>
          </a:xfrm>
          <a:prstGeom prst="roundRect">
            <a:avLst>
              <a:gd name="adj" fmla="val 1347276"/>
            </a:avLst>
          </a:prstGeom>
          <a:solidFill>
            <a:srgbClr val="000000">
              <a:alpha val="8000"/>
            </a:srgbClr>
          </a:solidFill>
          <a:ln w="12700">
            <a:solidFill>
              <a:schemeClr val="bg1">
                <a:lumMod val="50000"/>
              </a:schemeClr>
            </a:solidFill>
          </a:ln>
        </p:spPr>
        <p:txBody>
          <a:bodyPr/>
          <a:lstStyle/>
          <a:p>
            <a:endParaRPr lang="en-IN"/>
          </a:p>
        </p:txBody>
      </p:sp>
      <p:grpSp>
        <p:nvGrpSpPr>
          <p:cNvPr id="255" name="Group 254">
            <a:extLst>
              <a:ext uri="{FF2B5EF4-FFF2-40B4-BE49-F238E27FC236}">
                <a16:creationId xmlns:a16="http://schemas.microsoft.com/office/drawing/2014/main" id="{B6FD63C8-5F10-BE71-F487-CC8FC172413E}"/>
              </a:ext>
            </a:extLst>
          </p:cNvPr>
          <p:cNvGrpSpPr/>
          <p:nvPr/>
        </p:nvGrpSpPr>
        <p:grpSpPr>
          <a:xfrm>
            <a:off x="3037388" y="2265741"/>
            <a:ext cx="3628457" cy="461963"/>
            <a:chOff x="3037388" y="2265741"/>
            <a:chExt cx="3628457" cy="461963"/>
          </a:xfrm>
        </p:grpSpPr>
        <p:grpSp>
          <p:nvGrpSpPr>
            <p:cNvPr id="250" name="Group 249">
              <a:extLst>
                <a:ext uri="{FF2B5EF4-FFF2-40B4-BE49-F238E27FC236}">
                  <a16:creationId xmlns:a16="http://schemas.microsoft.com/office/drawing/2014/main" id="{FDD70115-A1CF-F3EE-E6DB-D2C02DE0F63F}"/>
                </a:ext>
              </a:extLst>
            </p:cNvPr>
            <p:cNvGrpSpPr/>
            <p:nvPr/>
          </p:nvGrpSpPr>
          <p:grpSpPr>
            <a:xfrm>
              <a:off x="5610831" y="2265741"/>
              <a:ext cx="1055014" cy="461963"/>
              <a:chOff x="4017236" y="2152529"/>
              <a:chExt cx="1055014" cy="461963"/>
            </a:xfrm>
          </p:grpSpPr>
          <p:grpSp>
            <p:nvGrpSpPr>
              <p:cNvPr id="221" name="Group 220">
                <a:extLst>
                  <a:ext uri="{FF2B5EF4-FFF2-40B4-BE49-F238E27FC236}">
                    <a16:creationId xmlns:a16="http://schemas.microsoft.com/office/drawing/2014/main" id="{611BF788-84C3-D036-9F7C-3169C7434C09}"/>
                  </a:ext>
                </a:extLst>
              </p:cNvPr>
              <p:cNvGrpSpPr/>
              <p:nvPr/>
            </p:nvGrpSpPr>
            <p:grpSpPr>
              <a:xfrm>
                <a:off x="4017236" y="2152529"/>
                <a:ext cx="1055014" cy="461963"/>
                <a:chOff x="4302281" y="1792097"/>
                <a:chExt cx="1055014" cy="461963"/>
              </a:xfrm>
            </p:grpSpPr>
            <p:sp>
              <p:nvSpPr>
                <p:cNvPr id="223" name="Shape 1">
                  <a:extLst>
                    <a:ext uri="{FF2B5EF4-FFF2-40B4-BE49-F238E27FC236}">
                      <a16:creationId xmlns:a16="http://schemas.microsoft.com/office/drawing/2014/main" id="{97115A50-336F-A257-02B6-22A104DEC54F}"/>
                    </a:ext>
                  </a:extLst>
                </p:cNvPr>
                <p:cNvSpPr/>
                <p:nvPr/>
              </p:nvSpPr>
              <p:spPr>
                <a:xfrm>
                  <a:off x="4302281" y="2011648"/>
                  <a:ext cx="615910" cy="22860"/>
                </a:xfrm>
                <a:prstGeom prst="roundRect">
                  <a:avLst>
                    <a:gd name="adj" fmla="val 1347276"/>
                  </a:avLst>
                </a:prstGeom>
                <a:ln/>
              </p:spPr>
              <p:style>
                <a:lnRef idx="2">
                  <a:schemeClr val="accent3"/>
                </a:lnRef>
                <a:fillRef idx="1">
                  <a:schemeClr val="lt1"/>
                </a:fillRef>
                <a:effectRef idx="0">
                  <a:schemeClr val="accent3"/>
                </a:effectRef>
                <a:fontRef idx="minor">
                  <a:schemeClr val="dk1"/>
                </a:fontRef>
              </p:style>
              <p:txBody>
                <a:bodyPr/>
                <a:lstStyle/>
                <a:p>
                  <a:endParaRPr lang="en-IN"/>
                </a:p>
              </p:txBody>
            </p:sp>
            <p:sp>
              <p:nvSpPr>
                <p:cNvPr id="224" name="Shape 2">
                  <a:extLst>
                    <a:ext uri="{FF2B5EF4-FFF2-40B4-BE49-F238E27FC236}">
                      <a16:creationId xmlns:a16="http://schemas.microsoft.com/office/drawing/2014/main" id="{12E72680-0EFD-8F84-1376-ED343CD1965E}"/>
                    </a:ext>
                  </a:extLst>
                </p:cNvPr>
                <p:cNvSpPr/>
                <p:nvPr/>
              </p:nvSpPr>
              <p:spPr>
                <a:xfrm>
                  <a:off x="4895332" y="1792097"/>
                  <a:ext cx="461963" cy="461963"/>
                </a:xfrm>
                <a:prstGeom prst="roundRect">
                  <a:avLst>
                    <a:gd name="adj" fmla="val 66669"/>
                  </a:avLst>
                </a:prstGeom>
                <a:ln/>
              </p:spPr>
              <p:style>
                <a:lnRef idx="2">
                  <a:schemeClr val="accent3"/>
                </a:lnRef>
                <a:fillRef idx="1">
                  <a:schemeClr val="lt1"/>
                </a:fillRef>
                <a:effectRef idx="0">
                  <a:schemeClr val="accent3"/>
                </a:effectRef>
                <a:fontRef idx="minor">
                  <a:schemeClr val="dk1"/>
                </a:fontRef>
              </p:style>
              <p:txBody>
                <a:bodyPr/>
                <a:lstStyle/>
                <a:p>
                  <a:endParaRPr lang="en-IN"/>
                </a:p>
              </p:txBody>
            </p:sp>
          </p:grpSp>
          <p:pic>
            <p:nvPicPr>
              <p:cNvPr id="222" name="Image 0" descr="preencoded.png">
                <a:extLst>
                  <a:ext uri="{FF2B5EF4-FFF2-40B4-BE49-F238E27FC236}">
                    <a16:creationId xmlns:a16="http://schemas.microsoft.com/office/drawing/2014/main" id="{6F921BB8-F4DB-0F7B-058B-949B55111C34}"/>
                  </a:ext>
                </a:extLst>
              </p:cNvPr>
              <p:cNvPicPr>
                <a:picLocks noChangeAspect="1"/>
              </p:cNvPicPr>
              <p:nvPr/>
            </p:nvPicPr>
            <p:blipFill>
              <a:blip r:embed="rId3"/>
              <a:stretch>
                <a:fillRect/>
              </a:stretch>
            </p:blipFill>
            <p:spPr>
              <a:xfrm>
                <a:off x="4696369" y="2191724"/>
                <a:ext cx="289798" cy="362307"/>
              </a:xfrm>
              <a:prstGeom prst="rect">
                <a:avLst/>
              </a:prstGeom>
            </p:spPr>
          </p:pic>
        </p:grpSp>
        <mc:AlternateContent xmlns:mc="http://schemas.openxmlformats.org/markup-compatibility/2006" xmlns:a14="http://schemas.microsoft.com/office/drawing/2010/main">
          <mc:Choice Requires="a14">
            <p:sp>
              <p:nvSpPr>
                <p:cNvPr id="225" name="Text 3">
                  <a:extLst>
                    <a:ext uri="{FF2B5EF4-FFF2-40B4-BE49-F238E27FC236}">
                      <a16:creationId xmlns:a16="http://schemas.microsoft.com/office/drawing/2014/main" id="{88083E1C-3A2A-12C3-B683-C6D3738088BC}"/>
                    </a:ext>
                  </a:extLst>
                </p:cNvPr>
                <p:cNvSpPr/>
                <p:nvPr/>
              </p:nvSpPr>
              <p:spPr>
                <a:xfrm>
                  <a:off x="3037388" y="2328712"/>
                  <a:ext cx="3310533" cy="328613"/>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ts val="2550"/>
                    </a:lnSpc>
                  </a:pPr>
                  <a14:m>
                    <m:oMathPara xmlns:m="http://schemas.openxmlformats.org/officeDocument/2006/math">
                      <m:oMathParaPr>
                        <m:jc m:val="centerGroup"/>
                      </m:oMathParaPr>
                      <m:oMath xmlns:m="http://schemas.openxmlformats.org/officeDocument/2006/math">
                        <m:r>
                          <a:rPr lang="en-IN" b="1" i="1" smtClean="0">
                            <a:latin typeface="Cambria Math" panose="02040503050406030204" pitchFamily="18" charset="0"/>
                          </a:rPr>
                          <m:t>𝑭𝒊𝒏𝒅𝒀𝑴𝑨𝑿</m:t>
                        </m:r>
                        <m:r>
                          <a:rPr lang="en-IN" b="1" i="1" smtClean="0">
                            <a:latin typeface="Cambria Math" panose="02040503050406030204" pitchFamily="18" charset="0"/>
                          </a:rPr>
                          <m:t> (</m:t>
                        </m:r>
                        <m:r>
                          <a:rPr lang="en-IN" b="1" i="1" smtClean="0">
                            <a:latin typeface="Cambria Math" panose="02040503050406030204" pitchFamily="18" charset="0"/>
                          </a:rPr>
                          <m:t>𝒏</m:t>
                        </m:r>
                        <m:r>
                          <a:rPr lang="en-IN" b="1" i="1" smtClean="0">
                            <a:latin typeface="Cambria Math" panose="02040503050406030204" pitchFamily="18" charset="0"/>
                          </a:rPr>
                          <m:t>)</m:t>
                        </m:r>
                      </m:oMath>
                    </m:oMathPara>
                  </a14:m>
                  <a:endParaRPr lang="en-US" dirty="0">
                    <a:latin typeface="Comic Sans MS" pitchFamily="66" charset="0"/>
                    <a:ea typeface="PT Sans" pitchFamily="34" charset="-122"/>
                    <a:cs typeface="PT Sans" pitchFamily="34" charset="-120"/>
                  </a:endParaRPr>
                </a:p>
              </p:txBody>
            </p:sp>
          </mc:Choice>
          <mc:Fallback xmlns="">
            <p:sp>
              <p:nvSpPr>
                <p:cNvPr id="225" name="Text 3">
                  <a:extLst>
                    <a:ext uri="{FF2B5EF4-FFF2-40B4-BE49-F238E27FC236}">
                      <a16:creationId xmlns:a16="http://schemas.microsoft.com/office/drawing/2014/main" id="{88083E1C-3A2A-12C3-B683-C6D3738088BC}"/>
                    </a:ext>
                  </a:extLst>
                </p:cNvPr>
                <p:cNvSpPr>
                  <a:spLocks noRot="1" noChangeAspect="1" noMove="1" noResize="1" noEditPoints="1" noAdjustHandles="1" noChangeArrowheads="1" noChangeShapeType="1" noTextEdit="1"/>
                </p:cNvSpPr>
                <p:nvPr/>
              </p:nvSpPr>
              <p:spPr>
                <a:xfrm>
                  <a:off x="3037388" y="2328712"/>
                  <a:ext cx="3310533" cy="328613"/>
                </a:xfrm>
                <a:prstGeom prst="rect">
                  <a:avLst/>
                </a:prstGeom>
                <a:blipFill>
                  <a:blip r:embed="rId4"/>
                  <a:stretch>
                    <a:fillRect b="-24074"/>
                  </a:stretch>
                </a:blipFill>
                <a:ln/>
              </p:spPr>
              <p:txBody>
                <a:bodyPr/>
                <a:lstStyle/>
                <a:p>
                  <a:r>
                    <a:rPr lang="en-IN">
                      <a:noFill/>
                    </a:rPr>
                    <a:t> </a:t>
                  </a:r>
                </a:p>
              </p:txBody>
            </p:sp>
          </mc:Fallback>
        </mc:AlternateContent>
      </p:grpSp>
      <p:grpSp>
        <p:nvGrpSpPr>
          <p:cNvPr id="256" name="Group 255">
            <a:extLst>
              <a:ext uri="{FF2B5EF4-FFF2-40B4-BE49-F238E27FC236}">
                <a16:creationId xmlns:a16="http://schemas.microsoft.com/office/drawing/2014/main" id="{DDC180FF-5672-5661-C7A2-C38F68AB0F2C}"/>
              </a:ext>
            </a:extLst>
          </p:cNvPr>
          <p:cNvGrpSpPr/>
          <p:nvPr/>
        </p:nvGrpSpPr>
        <p:grpSpPr>
          <a:xfrm>
            <a:off x="6226741" y="3008995"/>
            <a:ext cx="3655885" cy="461963"/>
            <a:chOff x="6226741" y="3008995"/>
            <a:chExt cx="3655885" cy="461963"/>
          </a:xfrm>
        </p:grpSpPr>
        <p:grpSp>
          <p:nvGrpSpPr>
            <p:cNvPr id="251" name="Group 250">
              <a:extLst>
                <a:ext uri="{FF2B5EF4-FFF2-40B4-BE49-F238E27FC236}">
                  <a16:creationId xmlns:a16="http://schemas.microsoft.com/office/drawing/2014/main" id="{665BBB51-9BEE-47CC-741A-8004DFEE97D4}"/>
                </a:ext>
              </a:extLst>
            </p:cNvPr>
            <p:cNvGrpSpPr/>
            <p:nvPr/>
          </p:nvGrpSpPr>
          <p:grpSpPr>
            <a:xfrm>
              <a:off x="6226741" y="3008995"/>
              <a:ext cx="1055012" cy="461963"/>
              <a:chOff x="4633146" y="2895783"/>
              <a:chExt cx="1055012" cy="461963"/>
            </a:xfrm>
          </p:grpSpPr>
          <p:grpSp>
            <p:nvGrpSpPr>
              <p:cNvPr id="227" name="Group 226">
                <a:extLst>
                  <a:ext uri="{FF2B5EF4-FFF2-40B4-BE49-F238E27FC236}">
                    <a16:creationId xmlns:a16="http://schemas.microsoft.com/office/drawing/2014/main" id="{C934290F-88EE-4632-3E78-78AD4A064728}"/>
                  </a:ext>
                </a:extLst>
              </p:cNvPr>
              <p:cNvGrpSpPr/>
              <p:nvPr/>
            </p:nvGrpSpPr>
            <p:grpSpPr>
              <a:xfrm>
                <a:off x="4633146" y="2895783"/>
                <a:ext cx="1055012" cy="461963"/>
                <a:chOff x="4895332" y="2818654"/>
                <a:chExt cx="1055012" cy="461963"/>
              </a:xfrm>
            </p:grpSpPr>
            <p:sp>
              <p:nvSpPr>
                <p:cNvPr id="229" name="Shape 5">
                  <a:extLst>
                    <a:ext uri="{FF2B5EF4-FFF2-40B4-BE49-F238E27FC236}">
                      <a16:creationId xmlns:a16="http://schemas.microsoft.com/office/drawing/2014/main" id="{DB68BCB0-42D9-1D55-CEEA-8D1EABD64383}"/>
                    </a:ext>
                  </a:extLst>
                </p:cNvPr>
                <p:cNvSpPr/>
                <p:nvPr/>
              </p:nvSpPr>
              <p:spPr>
                <a:xfrm>
                  <a:off x="5334434" y="3038205"/>
                  <a:ext cx="615910" cy="22860"/>
                </a:xfrm>
                <a:prstGeom prst="roundRect">
                  <a:avLst>
                    <a:gd name="adj" fmla="val 1347276"/>
                  </a:avLst>
                </a:prstGeom>
                <a:ln/>
              </p:spPr>
              <p:style>
                <a:lnRef idx="2">
                  <a:schemeClr val="accent2"/>
                </a:lnRef>
                <a:fillRef idx="1">
                  <a:schemeClr val="lt1"/>
                </a:fillRef>
                <a:effectRef idx="0">
                  <a:schemeClr val="accent2"/>
                </a:effectRef>
                <a:fontRef idx="minor">
                  <a:schemeClr val="dk1"/>
                </a:fontRef>
              </p:style>
              <p:txBody>
                <a:bodyPr/>
                <a:lstStyle/>
                <a:p>
                  <a:endParaRPr lang="en-IN"/>
                </a:p>
              </p:txBody>
            </p:sp>
            <p:sp>
              <p:nvSpPr>
                <p:cNvPr id="230" name="Shape 6">
                  <a:extLst>
                    <a:ext uri="{FF2B5EF4-FFF2-40B4-BE49-F238E27FC236}">
                      <a16:creationId xmlns:a16="http://schemas.microsoft.com/office/drawing/2014/main" id="{07D77586-65B2-A255-4A90-64EEE041FE28}"/>
                    </a:ext>
                  </a:extLst>
                </p:cNvPr>
                <p:cNvSpPr/>
                <p:nvPr/>
              </p:nvSpPr>
              <p:spPr>
                <a:xfrm>
                  <a:off x="4895332" y="2818654"/>
                  <a:ext cx="461963" cy="461963"/>
                </a:xfrm>
                <a:prstGeom prst="roundRect">
                  <a:avLst>
                    <a:gd name="adj" fmla="val 66669"/>
                  </a:avLst>
                </a:prstGeom>
                <a:ln/>
              </p:spPr>
              <p:style>
                <a:lnRef idx="2">
                  <a:schemeClr val="accent2"/>
                </a:lnRef>
                <a:fillRef idx="1">
                  <a:schemeClr val="lt1"/>
                </a:fillRef>
                <a:effectRef idx="0">
                  <a:schemeClr val="accent2"/>
                </a:effectRef>
                <a:fontRef idx="minor">
                  <a:schemeClr val="dk1"/>
                </a:fontRef>
              </p:style>
              <p:txBody>
                <a:bodyPr/>
                <a:lstStyle/>
                <a:p>
                  <a:endParaRPr lang="en-IN"/>
                </a:p>
              </p:txBody>
            </p:sp>
          </p:grpSp>
          <p:pic>
            <p:nvPicPr>
              <p:cNvPr id="228" name="Image 1" descr="preencoded.png">
                <a:extLst>
                  <a:ext uri="{FF2B5EF4-FFF2-40B4-BE49-F238E27FC236}">
                    <a16:creationId xmlns:a16="http://schemas.microsoft.com/office/drawing/2014/main" id="{0837A826-0443-E534-D659-10C330C3B4F3}"/>
                  </a:ext>
                </a:extLst>
              </p:cNvPr>
              <p:cNvPicPr>
                <a:picLocks noChangeAspect="1"/>
              </p:cNvPicPr>
              <p:nvPr/>
            </p:nvPicPr>
            <p:blipFill>
              <a:blip r:embed="rId5"/>
              <a:stretch>
                <a:fillRect/>
              </a:stretch>
            </p:blipFill>
            <p:spPr>
              <a:xfrm>
                <a:off x="4729861" y="2924344"/>
                <a:ext cx="289798" cy="362307"/>
              </a:xfrm>
              <a:prstGeom prst="rect">
                <a:avLst/>
              </a:prstGeom>
              <a:ln>
                <a:noFill/>
              </a:ln>
            </p:spPr>
          </p:pic>
        </p:grpSp>
        <mc:AlternateContent xmlns:mc="http://schemas.openxmlformats.org/markup-compatibility/2006" xmlns:a14="http://schemas.microsoft.com/office/drawing/2010/main">
          <mc:Choice Requires="a14">
            <p:sp>
              <p:nvSpPr>
                <p:cNvPr id="231" name="Text 7">
                  <a:extLst>
                    <a:ext uri="{FF2B5EF4-FFF2-40B4-BE49-F238E27FC236}">
                      <a16:creationId xmlns:a16="http://schemas.microsoft.com/office/drawing/2014/main" id="{8418B9C9-E652-FBEF-C0CD-213CC7A0533B}"/>
                    </a:ext>
                  </a:extLst>
                </p:cNvPr>
                <p:cNvSpPr/>
                <p:nvPr/>
              </p:nvSpPr>
              <p:spPr>
                <a:xfrm>
                  <a:off x="6572093" y="3061332"/>
                  <a:ext cx="3310533" cy="328613"/>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550"/>
                    </a:lnSpc>
                  </a:pPr>
                  <a14:m>
                    <m:oMathPara xmlns:m="http://schemas.openxmlformats.org/officeDocument/2006/math">
                      <m:oMathParaPr>
                        <m:jc m:val="centerGroup"/>
                      </m:oMathParaPr>
                      <m:oMath xmlns:m="http://schemas.openxmlformats.org/officeDocument/2006/math">
                        <m:r>
                          <a:rPr lang="en-IN" b="1" i="1" smtClean="0">
                            <a:latin typeface="Cambria Math" panose="02040503050406030204" pitchFamily="18" charset="0"/>
                          </a:rPr>
                          <m:t>𝑭𝒊𝒏𝒅𝑿𝑴𝑰𝑵</m:t>
                        </m:r>
                        <m:r>
                          <a:rPr lang="en-IN" b="1" i="1" smtClean="0">
                            <a:latin typeface="Cambria Math" panose="02040503050406030204" pitchFamily="18" charset="0"/>
                          </a:rPr>
                          <m:t>(</m:t>
                        </m:r>
                        <m:r>
                          <a:rPr lang="en-IN" b="1" i="1" smtClean="0">
                            <a:latin typeface="Cambria Math" panose="02040503050406030204" pitchFamily="18" charset="0"/>
                          </a:rPr>
                          <m:t>𝒏</m:t>
                        </m:r>
                        <m:r>
                          <a:rPr lang="en-IN" b="1" i="1" smtClean="0">
                            <a:latin typeface="Cambria Math" panose="02040503050406030204" pitchFamily="18" charset="0"/>
                          </a:rPr>
                          <m:t>)</m:t>
                        </m:r>
                      </m:oMath>
                    </m:oMathPara>
                  </a14:m>
                  <a:endParaRPr lang="en-US" dirty="0">
                    <a:latin typeface="Comic Sans MS" pitchFamily="66" charset="0"/>
                    <a:ea typeface="PT Sans" pitchFamily="34" charset="-122"/>
                    <a:cs typeface="PT Sans" pitchFamily="34" charset="-120"/>
                  </a:endParaRPr>
                </a:p>
              </p:txBody>
            </p:sp>
          </mc:Choice>
          <mc:Fallback xmlns="">
            <p:sp>
              <p:nvSpPr>
                <p:cNvPr id="231" name="Text 7">
                  <a:extLst>
                    <a:ext uri="{FF2B5EF4-FFF2-40B4-BE49-F238E27FC236}">
                      <a16:creationId xmlns:a16="http://schemas.microsoft.com/office/drawing/2014/main" id="{8418B9C9-E652-FBEF-C0CD-213CC7A0533B}"/>
                    </a:ext>
                  </a:extLst>
                </p:cNvPr>
                <p:cNvSpPr>
                  <a:spLocks noRot="1" noChangeAspect="1" noMove="1" noResize="1" noEditPoints="1" noAdjustHandles="1" noChangeArrowheads="1" noChangeShapeType="1" noTextEdit="1"/>
                </p:cNvSpPr>
                <p:nvPr/>
              </p:nvSpPr>
              <p:spPr>
                <a:xfrm>
                  <a:off x="6572093" y="3061332"/>
                  <a:ext cx="3310533" cy="328613"/>
                </a:xfrm>
                <a:prstGeom prst="rect">
                  <a:avLst/>
                </a:prstGeom>
                <a:blipFill>
                  <a:blip r:embed="rId6"/>
                  <a:stretch>
                    <a:fillRect b="-24074"/>
                  </a:stretch>
                </a:blipFill>
                <a:ln/>
              </p:spPr>
              <p:txBody>
                <a:bodyPr/>
                <a:lstStyle/>
                <a:p>
                  <a:r>
                    <a:rPr lang="en-IN">
                      <a:noFill/>
                    </a:rPr>
                    <a:t> </a:t>
                  </a:r>
                </a:p>
              </p:txBody>
            </p:sp>
          </mc:Fallback>
        </mc:AlternateContent>
      </p:grpSp>
      <p:grpSp>
        <p:nvGrpSpPr>
          <p:cNvPr id="257" name="Group 256">
            <a:extLst>
              <a:ext uri="{FF2B5EF4-FFF2-40B4-BE49-F238E27FC236}">
                <a16:creationId xmlns:a16="http://schemas.microsoft.com/office/drawing/2014/main" id="{C268B8B4-5A00-3802-369B-A1B76DD12489}"/>
              </a:ext>
            </a:extLst>
          </p:cNvPr>
          <p:cNvGrpSpPr/>
          <p:nvPr/>
        </p:nvGrpSpPr>
        <p:grpSpPr>
          <a:xfrm>
            <a:off x="2862323" y="3773570"/>
            <a:ext cx="3831535" cy="461963"/>
            <a:chOff x="2862323" y="3773570"/>
            <a:chExt cx="3831535" cy="461963"/>
          </a:xfrm>
        </p:grpSpPr>
        <p:grpSp>
          <p:nvGrpSpPr>
            <p:cNvPr id="252" name="Group 251">
              <a:extLst>
                <a:ext uri="{FF2B5EF4-FFF2-40B4-BE49-F238E27FC236}">
                  <a16:creationId xmlns:a16="http://schemas.microsoft.com/office/drawing/2014/main" id="{E7BF0584-120D-C531-A089-8EAD4E77C8BF}"/>
                </a:ext>
              </a:extLst>
            </p:cNvPr>
            <p:cNvGrpSpPr/>
            <p:nvPr/>
          </p:nvGrpSpPr>
          <p:grpSpPr>
            <a:xfrm>
              <a:off x="5638844" y="3773570"/>
              <a:ext cx="1055014" cy="461963"/>
              <a:chOff x="4045249" y="3660358"/>
              <a:chExt cx="1055014" cy="461963"/>
            </a:xfrm>
          </p:grpSpPr>
          <p:grpSp>
            <p:nvGrpSpPr>
              <p:cNvPr id="233" name="Group 232">
                <a:extLst>
                  <a:ext uri="{FF2B5EF4-FFF2-40B4-BE49-F238E27FC236}">
                    <a16:creationId xmlns:a16="http://schemas.microsoft.com/office/drawing/2014/main" id="{A851A7B6-0721-B98B-A23E-2D2A9D5C5944}"/>
                  </a:ext>
                </a:extLst>
              </p:cNvPr>
              <p:cNvGrpSpPr/>
              <p:nvPr/>
            </p:nvGrpSpPr>
            <p:grpSpPr>
              <a:xfrm>
                <a:off x="4045249" y="3660358"/>
                <a:ext cx="1055014" cy="461963"/>
                <a:chOff x="4302281" y="3907123"/>
                <a:chExt cx="1055014" cy="461963"/>
              </a:xfrm>
            </p:grpSpPr>
            <p:sp>
              <p:nvSpPr>
                <p:cNvPr id="235" name="Shape 9">
                  <a:extLst>
                    <a:ext uri="{FF2B5EF4-FFF2-40B4-BE49-F238E27FC236}">
                      <a16:creationId xmlns:a16="http://schemas.microsoft.com/office/drawing/2014/main" id="{5BC178F1-307A-E084-33AF-D6F0DAA2191D}"/>
                    </a:ext>
                  </a:extLst>
                </p:cNvPr>
                <p:cNvSpPr/>
                <p:nvPr/>
              </p:nvSpPr>
              <p:spPr>
                <a:xfrm>
                  <a:off x="4302281" y="4126674"/>
                  <a:ext cx="615910" cy="22860"/>
                </a:xfrm>
                <a:prstGeom prst="roundRect">
                  <a:avLst>
                    <a:gd name="adj" fmla="val 1347276"/>
                  </a:avLst>
                </a:prstGeom>
                <a:ln/>
              </p:spPr>
              <p:style>
                <a:lnRef idx="2">
                  <a:schemeClr val="accent3"/>
                </a:lnRef>
                <a:fillRef idx="1">
                  <a:schemeClr val="lt1"/>
                </a:fillRef>
                <a:effectRef idx="0">
                  <a:schemeClr val="accent3"/>
                </a:effectRef>
                <a:fontRef idx="minor">
                  <a:schemeClr val="dk1"/>
                </a:fontRef>
              </p:style>
              <p:txBody>
                <a:bodyPr/>
                <a:lstStyle/>
                <a:p>
                  <a:endParaRPr lang="en-IN"/>
                </a:p>
              </p:txBody>
            </p:sp>
            <p:sp>
              <p:nvSpPr>
                <p:cNvPr id="236" name="Shape 10">
                  <a:extLst>
                    <a:ext uri="{FF2B5EF4-FFF2-40B4-BE49-F238E27FC236}">
                      <a16:creationId xmlns:a16="http://schemas.microsoft.com/office/drawing/2014/main" id="{195D6604-D726-C5E4-3AD3-8709C900D9FF}"/>
                    </a:ext>
                  </a:extLst>
                </p:cNvPr>
                <p:cNvSpPr/>
                <p:nvPr/>
              </p:nvSpPr>
              <p:spPr>
                <a:xfrm>
                  <a:off x="4895332" y="3907123"/>
                  <a:ext cx="461963" cy="461963"/>
                </a:xfrm>
                <a:prstGeom prst="roundRect">
                  <a:avLst>
                    <a:gd name="adj" fmla="val 66669"/>
                  </a:avLst>
                </a:prstGeom>
                <a:ln/>
              </p:spPr>
              <p:style>
                <a:lnRef idx="2">
                  <a:schemeClr val="accent3"/>
                </a:lnRef>
                <a:fillRef idx="1">
                  <a:schemeClr val="lt1"/>
                </a:fillRef>
                <a:effectRef idx="0">
                  <a:schemeClr val="accent3"/>
                </a:effectRef>
                <a:fontRef idx="minor">
                  <a:schemeClr val="dk1"/>
                </a:fontRef>
              </p:style>
              <p:txBody>
                <a:bodyPr/>
                <a:lstStyle/>
                <a:p>
                  <a:endParaRPr lang="en-IN"/>
                </a:p>
              </p:txBody>
            </p:sp>
          </p:grpSp>
          <p:pic>
            <p:nvPicPr>
              <p:cNvPr id="234" name="Image 2" descr="preencoded.png">
                <a:extLst>
                  <a:ext uri="{FF2B5EF4-FFF2-40B4-BE49-F238E27FC236}">
                    <a16:creationId xmlns:a16="http://schemas.microsoft.com/office/drawing/2014/main" id="{BCD11E85-ECF8-C4F4-6EFA-73F62140D393}"/>
                  </a:ext>
                </a:extLst>
              </p:cNvPr>
              <p:cNvPicPr>
                <a:picLocks noChangeAspect="1"/>
              </p:cNvPicPr>
              <p:nvPr/>
            </p:nvPicPr>
            <p:blipFill>
              <a:blip r:embed="rId7"/>
              <a:stretch>
                <a:fillRect/>
              </a:stretch>
            </p:blipFill>
            <p:spPr>
              <a:xfrm>
                <a:off x="4724382" y="3710186"/>
                <a:ext cx="289798" cy="362307"/>
              </a:xfrm>
              <a:prstGeom prst="rect">
                <a:avLst/>
              </a:prstGeom>
            </p:spPr>
          </p:pic>
        </p:grpSp>
        <mc:AlternateContent xmlns:mc="http://schemas.openxmlformats.org/markup-compatibility/2006" xmlns:a14="http://schemas.microsoft.com/office/drawing/2010/main">
          <mc:Choice Requires="a14">
            <p:sp>
              <p:nvSpPr>
                <p:cNvPr id="237" name="Text 11">
                  <a:extLst>
                    <a:ext uri="{FF2B5EF4-FFF2-40B4-BE49-F238E27FC236}">
                      <a16:creationId xmlns:a16="http://schemas.microsoft.com/office/drawing/2014/main" id="{747805B4-0386-9894-A2C3-CAB82FB77D58}"/>
                    </a:ext>
                  </a:extLst>
                </p:cNvPr>
                <p:cNvSpPr/>
                <p:nvPr/>
              </p:nvSpPr>
              <p:spPr>
                <a:xfrm>
                  <a:off x="2862323" y="3803505"/>
                  <a:ext cx="3310533" cy="328613"/>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ts val="2550"/>
                    </a:lnSpc>
                  </a:pPr>
                  <a14:m>
                    <m:oMathPara xmlns:m="http://schemas.openxmlformats.org/officeDocument/2006/math">
                      <m:oMathParaPr>
                        <m:jc m:val="centerGroup"/>
                      </m:oMathParaPr>
                      <m:oMath xmlns:m="http://schemas.openxmlformats.org/officeDocument/2006/math">
                        <m:r>
                          <a:rPr lang="en-IN" b="1" i="1" smtClean="0">
                            <a:latin typeface="Cambria Math" panose="02040503050406030204" pitchFamily="18" charset="0"/>
                          </a:rPr>
                          <m:t>𝑭𝒊𝒏𝒅𝑫𝒊𝒎𝒆𝒏𝒔𝒊𝒐𝒏</m:t>
                        </m:r>
                        <m:r>
                          <a:rPr lang="en-IN" b="1" i="1" smtClean="0">
                            <a:latin typeface="Cambria Math" panose="02040503050406030204" pitchFamily="18" charset="0"/>
                          </a:rPr>
                          <m:t>(</m:t>
                        </m:r>
                        <m:r>
                          <a:rPr lang="en-IN" b="1" i="1" smtClean="0">
                            <a:latin typeface="Cambria Math" panose="02040503050406030204" pitchFamily="18" charset="0"/>
                          </a:rPr>
                          <m:t>𝒏</m:t>
                        </m:r>
                        <m:r>
                          <a:rPr lang="en-IN" b="1" i="1" smtClean="0">
                            <a:latin typeface="Cambria Math" panose="02040503050406030204" pitchFamily="18" charset="0"/>
                          </a:rPr>
                          <m:t>)</m:t>
                        </m:r>
                      </m:oMath>
                    </m:oMathPara>
                  </a14:m>
                  <a:endParaRPr lang="en-US" dirty="0">
                    <a:latin typeface="Comic Sans MS" pitchFamily="66" charset="0"/>
                    <a:ea typeface="PT Sans" pitchFamily="34" charset="-122"/>
                    <a:cs typeface="PT Sans" pitchFamily="34" charset="-120"/>
                  </a:endParaRPr>
                </a:p>
              </p:txBody>
            </p:sp>
          </mc:Choice>
          <mc:Fallback xmlns="">
            <p:sp>
              <p:nvSpPr>
                <p:cNvPr id="237" name="Text 11">
                  <a:extLst>
                    <a:ext uri="{FF2B5EF4-FFF2-40B4-BE49-F238E27FC236}">
                      <a16:creationId xmlns:a16="http://schemas.microsoft.com/office/drawing/2014/main" id="{747805B4-0386-9894-A2C3-CAB82FB77D58}"/>
                    </a:ext>
                  </a:extLst>
                </p:cNvPr>
                <p:cNvSpPr>
                  <a:spLocks noRot="1" noChangeAspect="1" noMove="1" noResize="1" noEditPoints="1" noAdjustHandles="1" noChangeArrowheads="1" noChangeShapeType="1" noTextEdit="1"/>
                </p:cNvSpPr>
                <p:nvPr/>
              </p:nvSpPr>
              <p:spPr>
                <a:xfrm>
                  <a:off x="2862323" y="3803505"/>
                  <a:ext cx="3310533" cy="328613"/>
                </a:xfrm>
                <a:prstGeom prst="rect">
                  <a:avLst/>
                </a:prstGeom>
                <a:blipFill>
                  <a:blip r:embed="rId8"/>
                  <a:stretch>
                    <a:fillRect b="-24074"/>
                  </a:stretch>
                </a:blipFill>
                <a:ln/>
              </p:spPr>
              <p:txBody>
                <a:bodyPr/>
                <a:lstStyle/>
                <a:p>
                  <a:r>
                    <a:rPr lang="en-IN">
                      <a:noFill/>
                    </a:rPr>
                    <a:t> </a:t>
                  </a:r>
                </a:p>
              </p:txBody>
            </p:sp>
          </mc:Fallback>
        </mc:AlternateContent>
      </p:grpSp>
      <p:grpSp>
        <p:nvGrpSpPr>
          <p:cNvPr id="258" name="Group 257">
            <a:extLst>
              <a:ext uri="{FF2B5EF4-FFF2-40B4-BE49-F238E27FC236}">
                <a16:creationId xmlns:a16="http://schemas.microsoft.com/office/drawing/2014/main" id="{4004785C-E1E4-53A9-C5A8-D664B37C62CB}"/>
              </a:ext>
            </a:extLst>
          </p:cNvPr>
          <p:cNvGrpSpPr/>
          <p:nvPr/>
        </p:nvGrpSpPr>
        <p:grpSpPr>
          <a:xfrm>
            <a:off x="6172856" y="4602671"/>
            <a:ext cx="3863013" cy="461963"/>
            <a:chOff x="6172856" y="4602671"/>
            <a:chExt cx="3863013" cy="461963"/>
          </a:xfrm>
        </p:grpSpPr>
        <p:grpSp>
          <p:nvGrpSpPr>
            <p:cNvPr id="253" name="Group 252">
              <a:extLst>
                <a:ext uri="{FF2B5EF4-FFF2-40B4-BE49-F238E27FC236}">
                  <a16:creationId xmlns:a16="http://schemas.microsoft.com/office/drawing/2014/main" id="{48698F4E-26F9-BF33-59DC-4CFC4FBDC81B}"/>
                </a:ext>
              </a:extLst>
            </p:cNvPr>
            <p:cNvGrpSpPr/>
            <p:nvPr/>
          </p:nvGrpSpPr>
          <p:grpSpPr>
            <a:xfrm>
              <a:off x="6226741" y="4602671"/>
              <a:ext cx="1055012" cy="461963"/>
              <a:chOff x="4633146" y="4489459"/>
              <a:chExt cx="1055012" cy="461963"/>
            </a:xfrm>
          </p:grpSpPr>
          <p:grpSp>
            <p:nvGrpSpPr>
              <p:cNvPr id="239" name="Group 238">
                <a:extLst>
                  <a:ext uri="{FF2B5EF4-FFF2-40B4-BE49-F238E27FC236}">
                    <a16:creationId xmlns:a16="http://schemas.microsoft.com/office/drawing/2014/main" id="{802228CD-9AC7-F732-9EF3-B85ABB9DCFD2}"/>
                  </a:ext>
                </a:extLst>
              </p:cNvPr>
              <p:cNvGrpSpPr/>
              <p:nvPr/>
            </p:nvGrpSpPr>
            <p:grpSpPr>
              <a:xfrm>
                <a:off x="4633146" y="4489459"/>
                <a:ext cx="1055012" cy="461963"/>
                <a:chOff x="4895332" y="5128943"/>
                <a:chExt cx="1055012" cy="461963"/>
              </a:xfrm>
            </p:grpSpPr>
            <p:sp>
              <p:nvSpPr>
                <p:cNvPr id="241" name="Shape 13">
                  <a:extLst>
                    <a:ext uri="{FF2B5EF4-FFF2-40B4-BE49-F238E27FC236}">
                      <a16:creationId xmlns:a16="http://schemas.microsoft.com/office/drawing/2014/main" id="{9C5D420D-B914-56FD-F457-3D55335A7DB2}"/>
                    </a:ext>
                  </a:extLst>
                </p:cNvPr>
                <p:cNvSpPr/>
                <p:nvPr/>
              </p:nvSpPr>
              <p:spPr>
                <a:xfrm>
                  <a:off x="5334434" y="5348494"/>
                  <a:ext cx="615910" cy="22860"/>
                </a:xfrm>
                <a:prstGeom prst="roundRect">
                  <a:avLst>
                    <a:gd name="adj" fmla="val 1347276"/>
                  </a:avLst>
                </a:prstGeom>
                <a:ln/>
              </p:spPr>
              <p:style>
                <a:lnRef idx="2">
                  <a:schemeClr val="accent2"/>
                </a:lnRef>
                <a:fillRef idx="1">
                  <a:schemeClr val="lt1"/>
                </a:fillRef>
                <a:effectRef idx="0">
                  <a:schemeClr val="accent2"/>
                </a:effectRef>
                <a:fontRef idx="minor">
                  <a:schemeClr val="dk1"/>
                </a:fontRef>
              </p:style>
              <p:txBody>
                <a:bodyPr/>
                <a:lstStyle/>
                <a:p>
                  <a:endParaRPr lang="en-IN"/>
                </a:p>
              </p:txBody>
            </p:sp>
            <p:sp>
              <p:nvSpPr>
                <p:cNvPr id="242" name="Shape 14">
                  <a:extLst>
                    <a:ext uri="{FF2B5EF4-FFF2-40B4-BE49-F238E27FC236}">
                      <a16:creationId xmlns:a16="http://schemas.microsoft.com/office/drawing/2014/main" id="{2D78332D-D8B7-F9C6-036C-CC57626377E6}"/>
                    </a:ext>
                  </a:extLst>
                </p:cNvPr>
                <p:cNvSpPr/>
                <p:nvPr/>
              </p:nvSpPr>
              <p:spPr>
                <a:xfrm>
                  <a:off x="4895332" y="5128943"/>
                  <a:ext cx="461963" cy="461963"/>
                </a:xfrm>
                <a:prstGeom prst="roundRect">
                  <a:avLst>
                    <a:gd name="adj" fmla="val 66669"/>
                  </a:avLst>
                </a:prstGeom>
                <a:ln/>
              </p:spPr>
              <p:style>
                <a:lnRef idx="2">
                  <a:schemeClr val="accent2"/>
                </a:lnRef>
                <a:fillRef idx="1">
                  <a:schemeClr val="lt1"/>
                </a:fillRef>
                <a:effectRef idx="0">
                  <a:schemeClr val="accent2"/>
                </a:effectRef>
                <a:fontRef idx="minor">
                  <a:schemeClr val="dk1"/>
                </a:fontRef>
              </p:style>
              <p:txBody>
                <a:bodyPr/>
                <a:lstStyle/>
                <a:p>
                  <a:endParaRPr lang="en-IN" dirty="0"/>
                </a:p>
              </p:txBody>
            </p:sp>
          </p:grpSp>
          <p:pic>
            <p:nvPicPr>
              <p:cNvPr id="240" name="Image 3" descr="preencoded.png">
                <a:extLst>
                  <a:ext uri="{FF2B5EF4-FFF2-40B4-BE49-F238E27FC236}">
                    <a16:creationId xmlns:a16="http://schemas.microsoft.com/office/drawing/2014/main" id="{94B4E72D-AD4C-B19A-F25C-671EC197C291}"/>
                  </a:ext>
                </a:extLst>
              </p:cNvPr>
              <p:cNvPicPr>
                <a:picLocks noChangeAspect="1"/>
              </p:cNvPicPr>
              <p:nvPr/>
            </p:nvPicPr>
            <p:blipFill>
              <a:blip r:embed="rId9"/>
              <a:stretch>
                <a:fillRect/>
              </a:stretch>
            </p:blipFill>
            <p:spPr>
              <a:xfrm>
                <a:off x="4699627" y="4550716"/>
                <a:ext cx="289798" cy="362307"/>
              </a:xfrm>
              <a:prstGeom prst="rect">
                <a:avLst/>
              </a:prstGeom>
            </p:spPr>
          </p:pic>
        </p:grpSp>
        <mc:AlternateContent xmlns:mc="http://schemas.openxmlformats.org/markup-compatibility/2006" xmlns:a14="http://schemas.microsoft.com/office/drawing/2010/main">
          <mc:Choice Requires="a14">
            <p:sp>
              <p:nvSpPr>
                <p:cNvPr id="243" name="Text 15">
                  <a:extLst>
                    <a:ext uri="{FF2B5EF4-FFF2-40B4-BE49-F238E27FC236}">
                      <a16:creationId xmlns:a16="http://schemas.microsoft.com/office/drawing/2014/main" id="{50487BC1-63C3-3753-DE61-53385840465E}"/>
                    </a:ext>
                  </a:extLst>
                </p:cNvPr>
                <p:cNvSpPr/>
                <p:nvPr/>
              </p:nvSpPr>
              <p:spPr>
                <a:xfrm>
                  <a:off x="6172856" y="4654281"/>
                  <a:ext cx="3863013" cy="328613"/>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550"/>
                    </a:lnSpc>
                  </a:pPr>
                  <a14:m>
                    <m:oMathPara xmlns:m="http://schemas.openxmlformats.org/officeDocument/2006/math">
                      <m:oMathParaPr>
                        <m:jc m:val="centerGroup"/>
                      </m:oMathParaPr>
                      <m:oMath xmlns:m="http://schemas.openxmlformats.org/officeDocument/2006/math">
                        <m:r>
                          <a:rPr lang="en-IN" b="1" i="1" smtClean="0">
                            <a:latin typeface="Cambria Math" panose="02040503050406030204" pitchFamily="18" charset="0"/>
                          </a:rPr>
                          <m:t>𝑪𝒉𝒆𝒄𝒌𝑿𝑮𝒂𝒑</m:t>
                        </m:r>
                        <m:r>
                          <a:rPr lang="en-IN" b="1" i="1" smtClean="0">
                            <a:latin typeface="Cambria Math" panose="02040503050406030204" pitchFamily="18" charset="0"/>
                          </a:rPr>
                          <m:t>()</m:t>
                        </m:r>
                      </m:oMath>
                    </m:oMathPara>
                  </a14:m>
                  <a:endParaRPr lang="en-US" dirty="0">
                    <a:latin typeface="Comic Sans MS" pitchFamily="66" charset="0"/>
                    <a:ea typeface="PT Sans" pitchFamily="34" charset="-122"/>
                    <a:cs typeface="PT Sans" pitchFamily="34" charset="-120"/>
                  </a:endParaRPr>
                </a:p>
              </p:txBody>
            </p:sp>
          </mc:Choice>
          <mc:Fallback xmlns="">
            <p:sp>
              <p:nvSpPr>
                <p:cNvPr id="243" name="Text 15">
                  <a:extLst>
                    <a:ext uri="{FF2B5EF4-FFF2-40B4-BE49-F238E27FC236}">
                      <a16:creationId xmlns:a16="http://schemas.microsoft.com/office/drawing/2014/main" id="{50487BC1-63C3-3753-DE61-53385840465E}"/>
                    </a:ext>
                  </a:extLst>
                </p:cNvPr>
                <p:cNvSpPr>
                  <a:spLocks noRot="1" noChangeAspect="1" noMove="1" noResize="1" noEditPoints="1" noAdjustHandles="1" noChangeArrowheads="1" noChangeShapeType="1" noTextEdit="1"/>
                </p:cNvSpPr>
                <p:nvPr/>
              </p:nvSpPr>
              <p:spPr>
                <a:xfrm>
                  <a:off x="6172856" y="4654281"/>
                  <a:ext cx="3863013" cy="328613"/>
                </a:xfrm>
                <a:prstGeom prst="rect">
                  <a:avLst/>
                </a:prstGeom>
                <a:blipFill>
                  <a:blip r:embed="rId10"/>
                  <a:stretch>
                    <a:fillRect b="-25926"/>
                  </a:stretch>
                </a:blipFill>
                <a:ln/>
              </p:spPr>
              <p:txBody>
                <a:bodyPr/>
                <a:lstStyle/>
                <a:p>
                  <a:r>
                    <a:rPr lang="en-IN">
                      <a:noFill/>
                    </a:rPr>
                    <a:t> </a:t>
                  </a:r>
                </a:p>
              </p:txBody>
            </p:sp>
          </mc:Fallback>
        </mc:AlternateContent>
      </p:grpSp>
      <p:grpSp>
        <p:nvGrpSpPr>
          <p:cNvPr id="259" name="Group 258">
            <a:extLst>
              <a:ext uri="{FF2B5EF4-FFF2-40B4-BE49-F238E27FC236}">
                <a16:creationId xmlns:a16="http://schemas.microsoft.com/office/drawing/2014/main" id="{881DACD6-12A8-B871-D842-4A1A4631530D}"/>
              </a:ext>
            </a:extLst>
          </p:cNvPr>
          <p:cNvGrpSpPr/>
          <p:nvPr/>
        </p:nvGrpSpPr>
        <p:grpSpPr>
          <a:xfrm>
            <a:off x="402532" y="5373411"/>
            <a:ext cx="6276135" cy="461963"/>
            <a:chOff x="402532" y="5373411"/>
            <a:chExt cx="6276135" cy="461963"/>
          </a:xfrm>
        </p:grpSpPr>
        <p:grpSp>
          <p:nvGrpSpPr>
            <p:cNvPr id="254" name="Group 253">
              <a:extLst>
                <a:ext uri="{FF2B5EF4-FFF2-40B4-BE49-F238E27FC236}">
                  <a16:creationId xmlns:a16="http://schemas.microsoft.com/office/drawing/2014/main" id="{129E2F88-1C90-1683-2C70-14D02B1E7DFF}"/>
                </a:ext>
              </a:extLst>
            </p:cNvPr>
            <p:cNvGrpSpPr/>
            <p:nvPr/>
          </p:nvGrpSpPr>
          <p:grpSpPr>
            <a:xfrm>
              <a:off x="5610831" y="5373411"/>
              <a:ext cx="1067836" cy="461963"/>
              <a:chOff x="4017236" y="5260199"/>
              <a:chExt cx="1067836" cy="461963"/>
            </a:xfrm>
          </p:grpSpPr>
          <p:grpSp>
            <p:nvGrpSpPr>
              <p:cNvPr id="245" name="Group 244">
                <a:extLst>
                  <a:ext uri="{FF2B5EF4-FFF2-40B4-BE49-F238E27FC236}">
                    <a16:creationId xmlns:a16="http://schemas.microsoft.com/office/drawing/2014/main" id="{E98BF7C3-275D-EBF1-2996-85A2ED248BE5}"/>
                  </a:ext>
                </a:extLst>
              </p:cNvPr>
              <p:cNvGrpSpPr/>
              <p:nvPr/>
            </p:nvGrpSpPr>
            <p:grpSpPr>
              <a:xfrm>
                <a:off x="4017236" y="5260199"/>
                <a:ext cx="1067836" cy="461963"/>
                <a:chOff x="4289459" y="5128943"/>
                <a:chExt cx="1067836" cy="461963"/>
              </a:xfrm>
            </p:grpSpPr>
            <p:sp>
              <p:nvSpPr>
                <p:cNvPr id="247" name="Shape 13">
                  <a:extLst>
                    <a:ext uri="{FF2B5EF4-FFF2-40B4-BE49-F238E27FC236}">
                      <a16:creationId xmlns:a16="http://schemas.microsoft.com/office/drawing/2014/main" id="{4BD64AD6-DCF9-6E1D-4F8B-6AC67A588322}"/>
                    </a:ext>
                  </a:extLst>
                </p:cNvPr>
                <p:cNvSpPr/>
                <p:nvPr/>
              </p:nvSpPr>
              <p:spPr>
                <a:xfrm>
                  <a:off x="4289459" y="5371354"/>
                  <a:ext cx="615910" cy="22860"/>
                </a:xfrm>
                <a:prstGeom prst="roundRect">
                  <a:avLst>
                    <a:gd name="adj" fmla="val 1347276"/>
                  </a:avLst>
                </a:prstGeom>
                <a:ln/>
              </p:spPr>
              <p:style>
                <a:lnRef idx="2">
                  <a:schemeClr val="accent3"/>
                </a:lnRef>
                <a:fillRef idx="1">
                  <a:schemeClr val="lt1"/>
                </a:fillRef>
                <a:effectRef idx="0">
                  <a:schemeClr val="accent3"/>
                </a:effectRef>
                <a:fontRef idx="minor">
                  <a:schemeClr val="dk1"/>
                </a:fontRef>
              </p:style>
              <p:txBody>
                <a:bodyPr/>
                <a:lstStyle/>
                <a:p>
                  <a:endParaRPr lang="en-IN"/>
                </a:p>
              </p:txBody>
            </p:sp>
            <p:sp>
              <p:nvSpPr>
                <p:cNvPr id="248" name="Shape 14">
                  <a:extLst>
                    <a:ext uri="{FF2B5EF4-FFF2-40B4-BE49-F238E27FC236}">
                      <a16:creationId xmlns:a16="http://schemas.microsoft.com/office/drawing/2014/main" id="{99C9FEDE-A99A-E1F1-03ED-1EA54A1D4469}"/>
                    </a:ext>
                  </a:extLst>
                </p:cNvPr>
                <p:cNvSpPr/>
                <p:nvPr/>
              </p:nvSpPr>
              <p:spPr>
                <a:xfrm>
                  <a:off x="4895332" y="5128943"/>
                  <a:ext cx="461963" cy="461963"/>
                </a:xfrm>
                <a:prstGeom prst="roundRect">
                  <a:avLst>
                    <a:gd name="adj" fmla="val 66669"/>
                  </a:avLst>
                </a:prstGeom>
                <a:ln/>
              </p:spPr>
              <p:style>
                <a:lnRef idx="2">
                  <a:schemeClr val="accent3"/>
                </a:lnRef>
                <a:fillRef idx="1">
                  <a:schemeClr val="lt1"/>
                </a:fillRef>
                <a:effectRef idx="0">
                  <a:schemeClr val="accent3"/>
                </a:effectRef>
                <a:fontRef idx="minor">
                  <a:schemeClr val="dk1"/>
                </a:fontRef>
              </p:style>
              <p:txBody>
                <a:bodyPr/>
                <a:lstStyle/>
                <a:p>
                  <a:endParaRPr lang="en-IN"/>
                </a:p>
              </p:txBody>
            </p:sp>
          </p:grpSp>
          <p:pic>
            <p:nvPicPr>
              <p:cNvPr id="246" name="Image 0" descr="preencoded.png">
                <a:extLst>
                  <a:ext uri="{FF2B5EF4-FFF2-40B4-BE49-F238E27FC236}">
                    <a16:creationId xmlns:a16="http://schemas.microsoft.com/office/drawing/2014/main" id="{FDDCECE7-6CA8-2B56-776E-B76642E40422}"/>
                  </a:ext>
                </a:extLst>
              </p:cNvPr>
              <p:cNvPicPr>
                <a:picLocks noChangeAspect="1"/>
              </p:cNvPicPr>
              <p:nvPr/>
            </p:nvPicPr>
            <p:blipFill>
              <a:blip r:embed="rId11"/>
              <a:stretch>
                <a:fillRect/>
              </a:stretch>
            </p:blipFill>
            <p:spPr>
              <a:xfrm>
                <a:off x="4727737" y="5364311"/>
                <a:ext cx="250761" cy="271165"/>
              </a:xfrm>
              <a:prstGeom prst="rect">
                <a:avLst/>
              </a:prstGeom>
            </p:spPr>
          </p:pic>
        </p:grpSp>
        <mc:AlternateContent xmlns:mc="http://schemas.openxmlformats.org/markup-compatibility/2006" xmlns:a14="http://schemas.microsoft.com/office/drawing/2010/main">
          <mc:Choice Requires="a14">
            <p:sp>
              <p:nvSpPr>
                <p:cNvPr id="249" name="Text 11">
                  <a:extLst>
                    <a:ext uri="{FF2B5EF4-FFF2-40B4-BE49-F238E27FC236}">
                      <a16:creationId xmlns:a16="http://schemas.microsoft.com/office/drawing/2014/main" id="{524A656B-38E8-4DCF-5985-3AADC7731F8B}"/>
                    </a:ext>
                  </a:extLst>
                </p:cNvPr>
                <p:cNvSpPr/>
                <p:nvPr/>
              </p:nvSpPr>
              <p:spPr>
                <a:xfrm>
                  <a:off x="402532" y="5421516"/>
                  <a:ext cx="5164332" cy="328613"/>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ts val="2550"/>
                    </a:lnSpc>
                  </a:pPr>
                  <a14:m>
                    <m:oMathPara xmlns:m="http://schemas.openxmlformats.org/officeDocument/2006/math">
                      <m:oMathParaPr>
                        <m:jc m:val="centerGroup"/>
                      </m:oMathParaPr>
                      <m:oMath xmlns:m="http://schemas.openxmlformats.org/officeDocument/2006/math">
                        <m:r>
                          <a:rPr lang="en-IN" b="1" i="1" smtClean="0">
                            <a:latin typeface="Cambria Math" panose="02040503050406030204" pitchFamily="18" charset="0"/>
                          </a:rPr>
                          <m:t>𝑰𝒔𝑼𝒏𝒊𝒇𝒐𝒓𝒎𝒍𝒚𝑫𝒊𝒔𝒕𝒓𝒊𝒃𝒖𝒕𝒆𝒅</m:t>
                        </m:r>
                        <m:r>
                          <a:rPr lang="en-IN" b="1" i="1" smtClean="0">
                            <a:latin typeface="Cambria Math" panose="02040503050406030204" pitchFamily="18" charset="0"/>
                          </a:rPr>
                          <m:t>(</m:t>
                        </m:r>
                        <m:r>
                          <a:rPr lang="en-IN" b="1" i="1" smtClean="0">
                            <a:latin typeface="Cambria Math" panose="02040503050406030204" pitchFamily="18" charset="0"/>
                          </a:rPr>
                          <m:t>𝑹</m:t>
                        </m:r>
                        <m:r>
                          <a:rPr lang="en-IN" b="1" i="1" smtClean="0">
                            <a:latin typeface="Cambria Math" panose="02040503050406030204" pitchFamily="18" charset="0"/>
                          </a:rPr>
                          <m:t>,</m:t>
                        </m:r>
                        <m:r>
                          <a:rPr lang="en-IN" b="1" i="1" smtClean="0">
                            <a:latin typeface="Cambria Math" panose="02040503050406030204" pitchFamily="18" charset="0"/>
                          </a:rPr>
                          <m:t>𝒓𝒄</m:t>
                        </m:r>
                        <m:r>
                          <a:rPr lang="en-IN" b="1" i="1" smtClean="0">
                            <a:latin typeface="Cambria Math" panose="02040503050406030204" pitchFamily="18" charset="0"/>
                          </a:rPr>
                          <m:t>,</m:t>
                        </m:r>
                        <m:r>
                          <a:rPr lang="en-IN" b="1" i="1" smtClean="0">
                            <a:latin typeface="Cambria Math" panose="02040503050406030204" pitchFamily="18" charset="0"/>
                          </a:rPr>
                          <m:t>𝒅</m:t>
                        </m:r>
                        <m:r>
                          <a:rPr lang="en-IN" b="1" i="1" smtClean="0">
                            <a:latin typeface="Cambria Math" panose="02040503050406030204" pitchFamily="18" charset="0"/>
                          </a:rPr>
                          <m:t>,</m:t>
                        </m:r>
                        <m:r>
                          <a:rPr lang="en-IN" b="1" i="1" smtClean="0">
                            <a:latin typeface="Cambria Math" panose="02040503050406030204" pitchFamily="18" charset="0"/>
                          </a:rPr>
                          <m:t>𝒀𝑴𝑨𝑿</m:t>
                        </m:r>
                        <m:r>
                          <a:rPr lang="en-IN" b="1" i="1" smtClean="0">
                            <a:latin typeface="Cambria Math" panose="02040503050406030204" pitchFamily="18" charset="0"/>
                          </a:rPr>
                          <m:t>,</m:t>
                        </m:r>
                        <m:r>
                          <a:rPr lang="en-IN" b="1" i="1" smtClean="0">
                            <a:latin typeface="Cambria Math" panose="02040503050406030204" pitchFamily="18" charset="0"/>
                          </a:rPr>
                          <m:t>𝑿𝑰𝑴𝑵</m:t>
                        </m:r>
                        <m:r>
                          <a:rPr lang="en-IN" b="1" i="1" smtClean="0">
                            <a:latin typeface="Cambria Math" panose="02040503050406030204" pitchFamily="18" charset="0"/>
                          </a:rPr>
                          <m:t>)</m:t>
                        </m:r>
                      </m:oMath>
                    </m:oMathPara>
                  </a14:m>
                  <a:endParaRPr lang="en-US" dirty="0">
                    <a:latin typeface="Comic Sans MS" pitchFamily="66" charset="0"/>
                    <a:ea typeface="PT Sans" pitchFamily="34" charset="-122"/>
                    <a:cs typeface="PT Sans" pitchFamily="34" charset="-120"/>
                  </a:endParaRPr>
                </a:p>
              </p:txBody>
            </p:sp>
          </mc:Choice>
          <mc:Fallback xmlns="">
            <p:sp>
              <p:nvSpPr>
                <p:cNvPr id="249" name="Text 11">
                  <a:extLst>
                    <a:ext uri="{FF2B5EF4-FFF2-40B4-BE49-F238E27FC236}">
                      <a16:creationId xmlns:a16="http://schemas.microsoft.com/office/drawing/2014/main" id="{524A656B-38E8-4DCF-5985-3AADC7731F8B}"/>
                    </a:ext>
                  </a:extLst>
                </p:cNvPr>
                <p:cNvSpPr>
                  <a:spLocks noRot="1" noChangeAspect="1" noMove="1" noResize="1" noEditPoints="1" noAdjustHandles="1" noChangeArrowheads="1" noChangeShapeType="1" noTextEdit="1"/>
                </p:cNvSpPr>
                <p:nvPr/>
              </p:nvSpPr>
              <p:spPr>
                <a:xfrm>
                  <a:off x="402532" y="5421516"/>
                  <a:ext cx="5164332" cy="328613"/>
                </a:xfrm>
                <a:prstGeom prst="rect">
                  <a:avLst/>
                </a:prstGeom>
                <a:blipFill>
                  <a:blip r:embed="rId12"/>
                  <a:stretch>
                    <a:fillRect l="-1889" r="-2007" b="-25926"/>
                  </a:stretch>
                </a:blipFill>
                <a:ln/>
              </p:spPr>
              <p:txBody>
                <a:bodyPr/>
                <a:lstStyle/>
                <a:p>
                  <a:r>
                    <a:rPr lang="en-IN">
                      <a:noFill/>
                    </a:rPr>
                    <a:t> </a:t>
                  </a:r>
                </a:p>
              </p:txBody>
            </p:sp>
          </mc:Fallback>
        </mc:AlternateContent>
      </p:grpSp>
    </p:spTree>
    <p:extLst>
      <p:ext uri="{BB962C8B-B14F-4D97-AF65-F5344CB8AC3E}">
        <p14:creationId xmlns:p14="http://schemas.microsoft.com/office/powerpoint/2010/main" val="1651024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750"/>
                                        <p:tgtEl>
                                          <p:spTgt spid="31"/>
                                        </p:tgtEl>
                                      </p:cBhvr>
                                    </p:animEffect>
                                  </p:childTnLst>
                                </p:cTn>
                              </p:par>
                            </p:childTnLst>
                          </p:cTn>
                        </p:par>
                        <p:par>
                          <p:cTn id="8" fill="hold">
                            <p:stCondLst>
                              <p:cond delay="750"/>
                            </p:stCondLst>
                            <p:childTnLst>
                              <p:par>
                                <p:cTn id="9" presetID="10" presetClass="entr" presetSubtype="0" fill="hold" grpId="0" nodeType="afterEffect">
                                  <p:stCondLst>
                                    <p:cond delay="0"/>
                                  </p:stCondLst>
                                  <p:childTnLst>
                                    <p:set>
                                      <p:cBhvr>
                                        <p:cTn id="10" dur="1" fill="hold">
                                          <p:stCondLst>
                                            <p:cond delay="0"/>
                                          </p:stCondLst>
                                        </p:cTn>
                                        <p:tgtEl>
                                          <p:spTgt spid="219"/>
                                        </p:tgtEl>
                                        <p:attrNameLst>
                                          <p:attrName>style.visibility</p:attrName>
                                        </p:attrNameLst>
                                      </p:cBhvr>
                                      <p:to>
                                        <p:strVal val="visible"/>
                                      </p:to>
                                    </p:set>
                                    <p:animEffect transition="in" filter="fade">
                                      <p:cBhvr>
                                        <p:cTn id="11" dur="250"/>
                                        <p:tgtEl>
                                          <p:spTgt spid="219"/>
                                        </p:tgtEl>
                                      </p:cBhvr>
                                    </p:animEffect>
                                  </p:childTnLst>
                                </p:cTn>
                              </p:par>
                            </p:childTnLst>
                          </p:cTn>
                        </p:par>
                        <p:par>
                          <p:cTn id="12" fill="hold">
                            <p:stCondLst>
                              <p:cond delay="1000"/>
                            </p:stCondLst>
                            <p:childTnLst>
                              <p:par>
                                <p:cTn id="13" presetID="42" presetClass="entr" presetSubtype="0" fill="hold" nodeType="afterEffect">
                                  <p:stCondLst>
                                    <p:cond delay="0"/>
                                  </p:stCondLst>
                                  <p:childTnLst>
                                    <p:set>
                                      <p:cBhvr>
                                        <p:cTn id="14" dur="1" fill="hold">
                                          <p:stCondLst>
                                            <p:cond delay="0"/>
                                          </p:stCondLst>
                                        </p:cTn>
                                        <p:tgtEl>
                                          <p:spTgt spid="255"/>
                                        </p:tgtEl>
                                        <p:attrNameLst>
                                          <p:attrName>style.visibility</p:attrName>
                                        </p:attrNameLst>
                                      </p:cBhvr>
                                      <p:to>
                                        <p:strVal val="visible"/>
                                      </p:to>
                                    </p:set>
                                    <p:animEffect transition="in" filter="fade">
                                      <p:cBhvr>
                                        <p:cTn id="15" dur="750"/>
                                        <p:tgtEl>
                                          <p:spTgt spid="255"/>
                                        </p:tgtEl>
                                      </p:cBhvr>
                                    </p:animEffect>
                                    <p:anim calcmode="lin" valueType="num">
                                      <p:cBhvr>
                                        <p:cTn id="16" dur="750" fill="hold"/>
                                        <p:tgtEl>
                                          <p:spTgt spid="255"/>
                                        </p:tgtEl>
                                        <p:attrNameLst>
                                          <p:attrName>ppt_x</p:attrName>
                                        </p:attrNameLst>
                                      </p:cBhvr>
                                      <p:tavLst>
                                        <p:tav tm="0">
                                          <p:val>
                                            <p:strVal val="#ppt_x"/>
                                          </p:val>
                                        </p:tav>
                                        <p:tav tm="100000">
                                          <p:val>
                                            <p:strVal val="#ppt_x"/>
                                          </p:val>
                                        </p:tav>
                                      </p:tavLst>
                                    </p:anim>
                                    <p:anim calcmode="lin" valueType="num">
                                      <p:cBhvr>
                                        <p:cTn id="17" dur="750" fill="hold"/>
                                        <p:tgtEl>
                                          <p:spTgt spid="255"/>
                                        </p:tgtEl>
                                        <p:attrNameLst>
                                          <p:attrName>ppt_y</p:attrName>
                                        </p:attrNameLst>
                                      </p:cBhvr>
                                      <p:tavLst>
                                        <p:tav tm="0">
                                          <p:val>
                                            <p:strVal val="#ppt_y+.1"/>
                                          </p:val>
                                        </p:tav>
                                        <p:tav tm="100000">
                                          <p:val>
                                            <p:strVal val="#ppt_y"/>
                                          </p:val>
                                        </p:tav>
                                      </p:tavLst>
                                    </p:anim>
                                  </p:childTnLst>
                                </p:cTn>
                              </p:par>
                            </p:childTnLst>
                          </p:cTn>
                        </p:par>
                        <p:par>
                          <p:cTn id="18" fill="hold">
                            <p:stCondLst>
                              <p:cond delay="1750"/>
                            </p:stCondLst>
                            <p:childTnLst>
                              <p:par>
                                <p:cTn id="19" presetID="42" presetClass="entr" presetSubtype="0" fill="hold" nodeType="afterEffect">
                                  <p:stCondLst>
                                    <p:cond delay="0"/>
                                  </p:stCondLst>
                                  <p:childTnLst>
                                    <p:set>
                                      <p:cBhvr>
                                        <p:cTn id="20" dur="1" fill="hold">
                                          <p:stCondLst>
                                            <p:cond delay="0"/>
                                          </p:stCondLst>
                                        </p:cTn>
                                        <p:tgtEl>
                                          <p:spTgt spid="256"/>
                                        </p:tgtEl>
                                        <p:attrNameLst>
                                          <p:attrName>style.visibility</p:attrName>
                                        </p:attrNameLst>
                                      </p:cBhvr>
                                      <p:to>
                                        <p:strVal val="visible"/>
                                      </p:to>
                                    </p:set>
                                    <p:animEffect transition="in" filter="fade">
                                      <p:cBhvr>
                                        <p:cTn id="21" dur="750"/>
                                        <p:tgtEl>
                                          <p:spTgt spid="256"/>
                                        </p:tgtEl>
                                      </p:cBhvr>
                                    </p:animEffect>
                                    <p:anim calcmode="lin" valueType="num">
                                      <p:cBhvr>
                                        <p:cTn id="22" dur="750" fill="hold"/>
                                        <p:tgtEl>
                                          <p:spTgt spid="256"/>
                                        </p:tgtEl>
                                        <p:attrNameLst>
                                          <p:attrName>ppt_x</p:attrName>
                                        </p:attrNameLst>
                                      </p:cBhvr>
                                      <p:tavLst>
                                        <p:tav tm="0">
                                          <p:val>
                                            <p:strVal val="#ppt_x"/>
                                          </p:val>
                                        </p:tav>
                                        <p:tav tm="100000">
                                          <p:val>
                                            <p:strVal val="#ppt_x"/>
                                          </p:val>
                                        </p:tav>
                                      </p:tavLst>
                                    </p:anim>
                                    <p:anim calcmode="lin" valueType="num">
                                      <p:cBhvr>
                                        <p:cTn id="23" dur="750" fill="hold"/>
                                        <p:tgtEl>
                                          <p:spTgt spid="256"/>
                                        </p:tgtEl>
                                        <p:attrNameLst>
                                          <p:attrName>ppt_y</p:attrName>
                                        </p:attrNameLst>
                                      </p:cBhvr>
                                      <p:tavLst>
                                        <p:tav tm="0">
                                          <p:val>
                                            <p:strVal val="#ppt_y+.1"/>
                                          </p:val>
                                        </p:tav>
                                        <p:tav tm="100000">
                                          <p:val>
                                            <p:strVal val="#ppt_y"/>
                                          </p:val>
                                        </p:tav>
                                      </p:tavLst>
                                    </p:anim>
                                  </p:childTnLst>
                                </p:cTn>
                              </p:par>
                            </p:childTnLst>
                          </p:cTn>
                        </p:par>
                        <p:par>
                          <p:cTn id="24" fill="hold">
                            <p:stCondLst>
                              <p:cond delay="2500"/>
                            </p:stCondLst>
                            <p:childTnLst>
                              <p:par>
                                <p:cTn id="25" presetID="42" presetClass="entr" presetSubtype="0" fill="hold" nodeType="afterEffect">
                                  <p:stCondLst>
                                    <p:cond delay="0"/>
                                  </p:stCondLst>
                                  <p:childTnLst>
                                    <p:set>
                                      <p:cBhvr>
                                        <p:cTn id="26" dur="1" fill="hold">
                                          <p:stCondLst>
                                            <p:cond delay="0"/>
                                          </p:stCondLst>
                                        </p:cTn>
                                        <p:tgtEl>
                                          <p:spTgt spid="257"/>
                                        </p:tgtEl>
                                        <p:attrNameLst>
                                          <p:attrName>style.visibility</p:attrName>
                                        </p:attrNameLst>
                                      </p:cBhvr>
                                      <p:to>
                                        <p:strVal val="visible"/>
                                      </p:to>
                                    </p:set>
                                    <p:animEffect transition="in" filter="fade">
                                      <p:cBhvr>
                                        <p:cTn id="27" dur="750"/>
                                        <p:tgtEl>
                                          <p:spTgt spid="257"/>
                                        </p:tgtEl>
                                      </p:cBhvr>
                                    </p:animEffect>
                                    <p:anim calcmode="lin" valueType="num">
                                      <p:cBhvr>
                                        <p:cTn id="28" dur="750" fill="hold"/>
                                        <p:tgtEl>
                                          <p:spTgt spid="257"/>
                                        </p:tgtEl>
                                        <p:attrNameLst>
                                          <p:attrName>ppt_x</p:attrName>
                                        </p:attrNameLst>
                                      </p:cBhvr>
                                      <p:tavLst>
                                        <p:tav tm="0">
                                          <p:val>
                                            <p:strVal val="#ppt_x"/>
                                          </p:val>
                                        </p:tav>
                                        <p:tav tm="100000">
                                          <p:val>
                                            <p:strVal val="#ppt_x"/>
                                          </p:val>
                                        </p:tav>
                                      </p:tavLst>
                                    </p:anim>
                                    <p:anim calcmode="lin" valueType="num">
                                      <p:cBhvr>
                                        <p:cTn id="29" dur="750" fill="hold"/>
                                        <p:tgtEl>
                                          <p:spTgt spid="257"/>
                                        </p:tgtEl>
                                        <p:attrNameLst>
                                          <p:attrName>ppt_y</p:attrName>
                                        </p:attrNameLst>
                                      </p:cBhvr>
                                      <p:tavLst>
                                        <p:tav tm="0">
                                          <p:val>
                                            <p:strVal val="#ppt_y+.1"/>
                                          </p:val>
                                        </p:tav>
                                        <p:tav tm="100000">
                                          <p:val>
                                            <p:strVal val="#ppt_y"/>
                                          </p:val>
                                        </p:tav>
                                      </p:tavLst>
                                    </p:anim>
                                  </p:childTnLst>
                                </p:cTn>
                              </p:par>
                            </p:childTnLst>
                          </p:cTn>
                        </p:par>
                        <p:par>
                          <p:cTn id="30" fill="hold">
                            <p:stCondLst>
                              <p:cond delay="3250"/>
                            </p:stCondLst>
                            <p:childTnLst>
                              <p:par>
                                <p:cTn id="31" presetID="42" presetClass="entr" presetSubtype="0" fill="hold" nodeType="afterEffect">
                                  <p:stCondLst>
                                    <p:cond delay="0"/>
                                  </p:stCondLst>
                                  <p:childTnLst>
                                    <p:set>
                                      <p:cBhvr>
                                        <p:cTn id="32" dur="1" fill="hold">
                                          <p:stCondLst>
                                            <p:cond delay="0"/>
                                          </p:stCondLst>
                                        </p:cTn>
                                        <p:tgtEl>
                                          <p:spTgt spid="258"/>
                                        </p:tgtEl>
                                        <p:attrNameLst>
                                          <p:attrName>style.visibility</p:attrName>
                                        </p:attrNameLst>
                                      </p:cBhvr>
                                      <p:to>
                                        <p:strVal val="visible"/>
                                      </p:to>
                                    </p:set>
                                    <p:animEffect transition="in" filter="fade">
                                      <p:cBhvr>
                                        <p:cTn id="33" dur="750"/>
                                        <p:tgtEl>
                                          <p:spTgt spid="258"/>
                                        </p:tgtEl>
                                      </p:cBhvr>
                                    </p:animEffect>
                                    <p:anim calcmode="lin" valueType="num">
                                      <p:cBhvr>
                                        <p:cTn id="34" dur="750" fill="hold"/>
                                        <p:tgtEl>
                                          <p:spTgt spid="258"/>
                                        </p:tgtEl>
                                        <p:attrNameLst>
                                          <p:attrName>ppt_x</p:attrName>
                                        </p:attrNameLst>
                                      </p:cBhvr>
                                      <p:tavLst>
                                        <p:tav tm="0">
                                          <p:val>
                                            <p:strVal val="#ppt_x"/>
                                          </p:val>
                                        </p:tav>
                                        <p:tav tm="100000">
                                          <p:val>
                                            <p:strVal val="#ppt_x"/>
                                          </p:val>
                                        </p:tav>
                                      </p:tavLst>
                                    </p:anim>
                                    <p:anim calcmode="lin" valueType="num">
                                      <p:cBhvr>
                                        <p:cTn id="35" dur="750" fill="hold"/>
                                        <p:tgtEl>
                                          <p:spTgt spid="258"/>
                                        </p:tgtEl>
                                        <p:attrNameLst>
                                          <p:attrName>ppt_y</p:attrName>
                                        </p:attrNameLst>
                                      </p:cBhvr>
                                      <p:tavLst>
                                        <p:tav tm="0">
                                          <p:val>
                                            <p:strVal val="#ppt_y+.1"/>
                                          </p:val>
                                        </p:tav>
                                        <p:tav tm="100000">
                                          <p:val>
                                            <p:strVal val="#ppt_y"/>
                                          </p:val>
                                        </p:tav>
                                      </p:tavLst>
                                    </p:anim>
                                  </p:childTnLst>
                                </p:cTn>
                              </p:par>
                            </p:childTnLst>
                          </p:cTn>
                        </p:par>
                        <p:par>
                          <p:cTn id="36" fill="hold">
                            <p:stCondLst>
                              <p:cond delay="4000"/>
                            </p:stCondLst>
                            <p:childTnLst>
                              <p:par>
                                <p:cTn id="37" presetID="42" presetClass="entr" presetSubtype="0" fill="hold" nodeType="afterEffect">
                                  <p:stCondLst>
                                    <p:cond delay="0"/>
                                  </p:stCondLst>
                                  <p:childTnLst>
                                    <p:set>
                                      <p:cBhvr>
                                        <p:cTn id="38" dur="1" fill="hold">
                                          <p:stCondLst>
                                            <p:cond delay="0"/>
                                          </p:stCondLst>
                                        </p:cTn>
                                        <p:tgtEl>
                                          <p:spTgt spid="259"/>
                                        </p:tgtEl>
                                        <p:attrNameLst>
                                          <p:attrName>style.visibility</p:attrName>
                                        </p:attrNameLst>
                                      </p:cBhvr>
                                      <p:to>
                                        <p:strVal val="visible"/>
                                      </p:to>
                                    </p:set>
                                    <p:animEffect transition="in" filter="fade">
                                      <p:cBhvr>
                                        <p:cTn id="39" dur="750"/>
                                        <p:tgtEl>
                                          <p:spTgt spid="259"/>
                                        </p:tgtEl>
                                      </p:cBhvr>
                                    </p:animEffect>
                                    <p:anim calcmode="lin" valueType="num">
                                      <p:cBhvr>
                                        <p:cTn id="40" dur="750" fill="hold"/>
                                        <p:tgtEl>
                                          <p:spTgt spid="259"/>
                                        </p:tgtEl>
                                        <p:attrNameLst>
                                          <p:attrName>ppt_x</p:attrName>
                                        </p:attrNameLst>
                                      </p:cBhvr>
                                      <p:tavLst>
                                        <p:tav tm="0">
                                          <p:val>
                                            <p:strVal val="#ppt_x"/>
                                          </p:val>
                                        </p:tav>
                                        <p:tav tm="100000">
                                          <p:val>
                                            <p:strVal val="#ppt_x"/>
                                          </p:val>
                                        </p:tav>
                                      </p:tavLst>
                                    </p:anim>
                                    <p:anim calcmode="lin" valueType="num">
                                      <p:cBhvr>
                                        <p:cTn id="41" dur="750" fill="hold"/>
                                        <p:tgtEl>
                                          <p:spTgt spid="25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21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114DC-43E8-D169-F3FE-7514DC9B999C}"/>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00D5A94B-7ED3-EEF0-694F-E29B7B0359AE}"/>
              </a:ext>
            </a:extLst>
          </p:cNvPr>
          <p:cNvSpPr>
            <a:spLocks noGrp="1"/>
          </p:cNvSpPr>
          <p:nvPr>
            <p:ph type="title"/>
          </p:nvPr>
        </p:nvSpPr>
        <p:spPr>
          <a:xfrm>
            <a:off x="782320" y="1006266"/>
            <a:ext cx="8151368" cy="558799"/>
          </a:xfrm>
        </p:spPr>
        <p:txBody>
          <a:bodyPr>
            <a:noAutofit/>
          </a:bodyPr>
          <a:lstStyle/>
          <a:p>
            <a:r>
              <a:rPr lang="en-US" b="1" dirty="0">
                <a:solidFill>
                  <a:schemeClr val="tx1"/>
                </a:solidFill>
                <a:latin typeface="Cambria" panose="02040503050406030204" pitchFamily="18" charset="0"/>
                <a:ea typeface="Cambria" panose="02040503050406030204" pitchFamily="18" charset="0"/>
                <a:cs typeface="Arial" panose="020B0604020202020204" pitchFamily="34" charset="0"/>
              </a:rPr>
              <a:t>Supporting Algorithms</a:t>
            </a:r>
          </a:p>
        </p:txBody>
      </p:sp>
      <p:pic>
        <p:nvPicPr>
          <p:cNvPr id="3" name="Picture 2">
            <a:extLst>
              <a:ext uri="{FF2B5EF4-FFF2-40B4-BE49-F238E27FC236}">
                <a16:creationId xmlns:a16="http://schemas.microsoft.com/office/drawing/2014/main" id="{B8CD420B-983F-4DD5-90CF-DAF8490ED113}"/>
              </a:ext>
            </a:extLst>
          </p:cNvPr>
          <p:cNvPicPr>
            <a:picLocks noChangeAspect="1"/>
          </p:cNvPicPr>
          <p:nvPr/>
        </p:nvPicPr>
        <p:blipFill>
          <a:blip r:embed="rId2"/>
          <a:stretch>
            <a:fillRect/>
          </a:stretch>
        </p:blipFill>
        <p:spPr>
          <a:xfrm>
            <a:off x="782320" y="1784962"/>
            <a:ext cx="5313679" cy="2300234"/>
          </a:xfrm>
          <a:prstGeom prst="rect">
            <a:avLst/>
          </a:prstGeom>
        </p:spPr>
      </p:pic>
      <p:pic>
        <p:nvPicPr>
          <p:cNvPr id="5" name="Picture 4">
            <a:extLst>
              <a:ext uri="{FF2B5EF4-FFF2-40B4-BE49-F238E27FC236}">
                <a16:creationId xmlns:a16="http://schemas.microsoft.com/office/drawing/2014/main" id="{EB0D3433-20AD-9211-927B-94465D51D6E9}"/>
              </a:ext>
            </a:extLst>
          </p:cNvPr>
          <p:cNvPicPr>
            <a:picLocks noChangeAspect="1"/>
          </p:cNvPicPr>
          <p:nvPr/>
        </p:nvPicPr>
        <p:blipFill>
          <a:blip r:embed="rId3"/>
          <a:stretch>
            <a:fillRect/>
          </a:stretch>
        </p:blipFill>
        <p:spPr>
          <a:xfrm>
            <a:off x="782320" y="4138752"/>
            <a:ext cx="5346847" cy="2371725"/>
          </a:xfrm>
          <a:prstGeom prst="rect">
            <a:avLst/>
          </a:prstGeom>
        </p:spPr>
      </p:pic>
      <p:pic>
        <p:nvPicPr>
          <p:cNvPr id="4" name="Picture 3">
            <a:extLst>
              <a:ext uri="{FF2B5EF4-FFF2-40B4-BE49-F238E27FC236}">
                <a16:creationId xmlns:a16="http://schemas.microsoft.com/office/drawing/2014/main" id="{E60B2EDC-CCF2-9E40-5936-1B9885D932CC}"/>
              </a:ext>
            </a:extLst>
          </p:cNvPr>
          <p:cNvPicPr>
            <a:picLocks noChangeAspect="1"/>
          </p:cNvPicPr>
          <p:nvPr/>
        </p:nvPicPr>
        <p:blipFill>
          <a:blip r:embed="rId4"/>
          <a:srcRect t="2516"/>
          <a:stretch>
            <a:fillRect/>
          </a:stretch>
        </p:blipFill>
        <p:spPr>
          <a:xfrm>
            <a:off x="6486013" y="2229397"/>
            <a:ext cx="4662757" cy="3147471"/>
          </a:xfrm>
          <a:prstGeom prst="rect">
            <a:avLst/>
          </a:prstGeom>
        </p:spPr>
      </p:pic>
    </p:spTree>
    <p:extLst>
      <p:ext uri="{BB962C8B-B14F-4D97-AF65-F5344CB8AC3E}">
        <p14:creationId xmlns:p14="http://schemas.microsoft.com/office/powerpoint/2010/main" val="4177170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750"/>
                                        <p:tgtEl>
                                          <p:spTgt spid="31"/>
                                        </p:tgtEl>
                                      </p:cBhvr>
                                    </p:animEffect>
                                  </p:childTnLst>
                                </p:cTn>
                              </p:par>
                            </p:childTnLst>
                          </p:cTn>
                        </p:par>
                        <p:par>
                          <p:cTn id="8" fill="hold">
                            <p:stCondLst>
                              <p:cond delay="75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250"/>
                            </p:stCondLst>
                            <p:childTnLst>
                              <p:par>
                                <p:cTn id="13" presetID="10" presetClass="entr" presetSubtype="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959AC-74A4-AEB2-5690-5B5FA6A19948}"/>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033A069B-25A8-4234-8403-752C4C2BB8AC}"/>
              </a:ext>
            </a:extLst>
          </p:cNvPr>
          <p:cNvSpPr>
            <a:spLocks noGrp="1"/>
          </p:cNvSpPr>
          <p:nvPr>
            <p:ph type="title"/>
          </p:nvPr>
        </p:nvSpPr>
        <p:spPr>
          <a:xfrm>
            <a:off x="782320" y="1006266"/>
            <a:ext cx="8507984" cy="558799"/>
          </a:xfrm>
        </p:spPr>
        <p:txBody>
          <a:bodyPr>
            <a:noAutofit/>
          </a:bodyPr>
          <a:lstStyle/>
          <a:p>
            <a:r>
              <a:rPr lang="en-US" b="1" dirty="0">
                <a:solidFill>
                  <a:schemeClr val="tx1"/>
                </a:solidFill>
                <a:latin typeface="Cambria" panose="02040503050406030204" pitchFamily="18" charset="0"/>
                <a:ea typeface="Cambria" panose="02040503050406030204" pitchFamily="18" charset="0"/>
                <a:cs typeface="Arial" panose="020B0604020202020204" pitchFamily="34" charset="0"/>
              </a:rPr>
              <a:t>Supporting Algorithms</a:t>
            </a:r>
          </a:p>
        </p:txBody>
      </p:sp>
      <p:pic>
        <p:nvPicPr>
          <p:cNvPr id="3" name="Picture 2">
            <a:extLst>
              <a:ext uri="{FF2B5EF4-FFF2-40B4-BE49-F238E27FC236}">
                <a16:creationId xmlns:a16="http://schemas.microsoft.com/office/drawing/2014/main" id="{A81ABBB2-B2A3-1DA3-2526-D9DADAB75743}"/>
              </a:ext>
            </a:extLst>
          </p:cNvPr>
          <p:cNvPicPr>
            <a:picLocks noChangeAspect="1"/>
          </p:cNvPicPr>
          <p:nvPr/>
        </p:nvPicPr>
        <p:blipFill>
          <a:blip r:embed="rId2"/>
          <a:srcRect/>
          <a:stretch/>
        </p:blipFill>
        <p:spPr>
          <a:xfrm>
            <a:off x="782320" y="1860960"/>
            <a:ext cx="5265663" cy="2101439"/>
          </a:xfrm>
          <a:prstGeom prst="rect">
            <a:avLst/>
          </a:prstGeom>
        </p:spPr>
      </p:pic>
      <p:pic>
        <p:nvPicPr>
          <p:cNvPr id="5" name="Picture 4">
            <a:extLst>
              <a:ext uri="{FF2B5EF4-FFF2-40B4-BE49-F238E27FC236}">
                <a16:creationId xmlns:a16="http://schemas.microsoft.com/office/drawing/2014/main" id="{C55E2D22-1A5E-85C8-8797-878B64C4A13B}"/>
              </a:ext>
            </a:extLst>
          </p:cNvPr>
          <p:cNvPicPr>
            <a:picLocks noChangeAspect="1"/>
          </p:cNvPicPr>
          <p:nvPr/>
        </p:nvPicPr>
        <p:blipFill>
          <a:blip r:embed="rId3"/>
          <a:srcRect/>
          <a:stretch/>
        </p:blipFill>
        <p:spPr>
          <a:xfrm>
            <a:off x="782319" y="4131399"/>
            <a:ext cx="5265664" cy="2371725"/>
          </a:xfrm>
          <a:prstGeom prst="rect">
            <a:avLst/>
          </a:prstGeom>
        </p:spPr>
      </p:pic>
      <p:pic>
        <p:nvPicPr>
          <p:cNvPr id="1026" name="Picture 2" descr="Algorithm Design Flat Icon Vector Illustration Stock Vector (Royalty Free)  1426083665 | Shutterstock">
            <a:extLst>
              <a:ext uri="{FF2B5EF4-FFF2-40B4-BE49-F238E27FC236}">
                <a16:creationId xmlns:a16="http://schemas.microsoft.com/office/drawing/2014/main" id="{4011DE89-DF3C-1FED-5562-77D9914B6D6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5949"/>
          <a:stretch>
            <a:fillRect/>
          </a:stretch>
        </p:blipFill>
        <p:spPr bwMode="auto">
          <a:xfrm>
            <a:off x="6817178" y="1860960"/>
            <a:ext cx="4088258" cy="32602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7620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750"/>
                                        <p:tgtEl>
                                          <p:spTgt spid="31"/>
                                        </p:tgtEl>
                                      </p:cBhvr>
                                    </p:animEffect>
                                  </p:childTnLst>
                                </p:cTn>
                              </p:par>
                            </p:childTnLst>
                          </p:cTn>
                        </p:par>
                        <p:par>
                          <p:cTn id="8" fill="hold">
                            <p:stCondLst>
                              <p:cond delay="75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250"/>
                            </p:stCondLst>
                            <p:childTnLst>
                              <p:par>
                                <p:cTn id="13" presetID="10" presetClass="entr" presetSubtype="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1C9FA-DEE7-3323-12CB-B5F5CFF13B7E}"/>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FA76D93E-16E7-AE70-E9BF-BF40017BAED9}"/>
              </a:ext>
            </a:extLst>
          </p:cNvPr>
          <p:cNvSpPr>
            <a:spLocks noGrp="1"/>
          </p:cNvSpPr>
          <p:nvPr>
            <p:ph type="title"/>
          </p:nvPr>
        </p:nvSpPr>
        <p:spPr>
          <a:xfrm>
            <a:off x="782320" y="1006266"/>
            <a:ext cx="8425688" cy="558799"/>
          </a:xfrm>
        </p:spPr>
        <p:txBody>
          <a:bodyPr>
            <a:noAutofit/>
          </a:bodyPr>
          <a:lstStyle/>
          <a:p>
            <a:r>
              <a:rPr lang="en-US" b="1" dirty="0">
                <a:solidFill>
                  <a:schemeClr val="tx1"/>
                </a:solidFill>
                <a:latin typeface="Cambria" panose="02040503050406030204" pitchFamily="18" charset="0"/>
                <a:ea typeface="Cambria" panose="02040503050406030204" pitchFamily="18" charset="0"/>
                <a:cs typeface="Arial" panose="020B0604020202020204" pitchFamily="34" charset="0"/>
              </a:rPr>
              <a:t>Supporting Algorithms</a:t>
            </a:r>
          </a:p>
        </p:txBody>
      </p:sp>
      <p:pic>
        <p:nvPicPr>
          <p:cNvPr id="3" name="Picture 2">
            <a:extLst>
              <a:ext uri="{FF2B5EF4-FFF2-40B4-BE49-F238E27FC236}">
                <a16:creationId xmlns:a16="http://schemas.microsoft.com/office/drawing/2014/main" id="{24F968E5-E3FE-66AA-E7E2-1B88B92C7B2D}"/>
              </a:ext>
            </a:extLst>
          </p:cNvPr>
          <p:cNvPicPr>
            <a:picLocks noChangeAspect="1"/>
          </p:cNvPicPr>
          <p:nvPr/>
        </p:nvPicPr>
        <p:blipFill>
          <a:blip r:embed="rId2"/>
          <a:srcRect/>
          <a:stretch/>
        </p:blipFill>
        <p:spPr>
          <a:xfrm>
            <a:off x="920459" y="1673882"/>
            <a:ext cx="4864068" cy="4555468"/>
          </a:xfrm>
          <a:prstGeom prst="rect">
            <a:avLst/>
          </a:prstGeom>
        </p:spPr>
      </p:pic>
      <p:pic>
        <p:nvPicPr>
          <p:cNvPr id="4" name="Picture 3">
            <a:extLst>
              <a:ext uri="{FF2B5EF4-FFF2-40B4-BE49-F238E27FC236}">
                <a16:creationId xmlns:a16="http://schemas.microsoft.com/office/drawing/2014/main" id="{E86597A5-EFD6-B4FF-2B67-249CF429822B}"/>
              </a:ext>
            </a:extLst>
          </p:cNvPr>
          <p:cNvPicPr>
            <a:picLocks noChangeAspect="1"/>
          </p:cNvPicPr>
          <p:nvPr/>
        </p:nvPicPr>
        <p:blipFill>
          <a:blip r:embed="rId3"/>
          <a:srcRect b="15270"/>
          <a:stretch>
            <a:fillRect/>
          </a:stretch>
        </p:blipFill>
        <p:spPr>
          <a:xfrm>
            <a:off x="6999357" y="1769676"/>
            <a:ext cx="4119311" cy="3490301"/>
          </a:xfrm>
          <a:prstGeom prst="rect">
            <a:avLst/>
          </a:prstGeom>
        </p:spPr>
      </p:pic>
    </p:spTree>
    <p:extLst>
      <p:ext uri="{BB962C8B-B14F-4D97-AF65-F5344CB8AC3E}">
        <p14:creationId xmlns:p14="http://schemas.microsoft.com/office/powerpoint/2010/main" val="3440835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750"/>
                                        <p:tgtEl>
                                          <p:spTgt spid="31"/>
                                        </p:tgtEl>
                                      </p:cBhvr>
                                    </p:animEffect>
                                  </p:childTnLst>
                                </p:cTn>
                              </p:par>
                            </p:childTnLst>
                          </p:cTn>
                        </p:par>
                        <p:par>
                          <p:cTn id="8" fill="hold">
                            <p:stCondLst>
                              <p:cond delay="75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92B9C-3D60-7033-5B70-F5F74D561908}"/>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93F6A56D-416A-6F26-CECD-D9BF8C7C6AE6}"/>
              </a:ext>
            </a:extLst>
          </p:cNvPr>
          <p:cNvSpPr>
            <a:spLocks noGrp="1"/>
          </p:cNvSpPr>
          <p:nvPr>
            <p:ph type="title"/>
          </p:nvPr>
        </p:nvSpPr>
        <p:spPr>
          <a:xfrm>
            <a:off x="782320" y="1006266"/>
            <a:ext cx="8233664" cy="558799"/>
          </a:xfrm>
        </p:spPr>
        <p:txBody>
          <a:bodyPr>
            <a:noAutofit/>
          </a:bodyPr>
          <a:lstStyle/>
          <a:p>
            <a:r>
              <a:rPr lang="en-US" b="1" dirty="0">
                <a:solidFill>
                  <a:schemeClr val="tx1"/>
                </a:solidFill>
                <a:latin typeface="Cambria" panose="02040503050406030204" pitchFamily="18" charset="0"/>
                <a:ea typeface="Cambria" panose="02040503050406030204" pitchFamily="18" charset="0"/>
                <a:cs typeface="Arial" panose="020B0604020202020204" pitchFamily="34" charset="0"/>
              </a:rPr>
              <a:t>Modified Main Algorithm</a:t>
            </a:r>
          </a:p>
        </p:txBody>
      </p:sp>
      <p:pic>
        <p:nvPicPr>
          <p:cNvPr id="3" name="Picture 2">
            <a:extLst>
              <a:ext uri="{FF2B5EF4-FFF2-40B4-BE49-F238E27FC236}">
                <a16:creationId xmlns:a16="http://schemas.microsoft.com/office/drawing/2014/main" id="{C4B82DFB-71C4-43EA-83B8-875A71F36DC9}"/>
              </a:ext>
            </a:extLst>
          </p:cNvPr>
          <p:cNvPicPr>
            <a:picLocks noChangeAspect="1"/>
          </p:cNvPicPr>
          <p:nvPr/>
        </p:nvPicPr>
        <p:blipFill>
          <a:blip r:embed="rId2"/>
          <a:srcRect/>
          <a:stretch/>
        </p:blipFill>
        <p:spPr>
          <a:xfrm>
            <a:off x="1315907" y="1639045"/>
            <a:ext cx="3679277" cy="4842218"/>
          </a:xfrm>
          <a:prstGeom prst="rect">
            <a:avLst/>
          </a:prstGeom>
        </p:spPr>
      </p:pic>
      <p:pic>
        <p:nvPicPr>
          <p:cNvPr id="4" name="Picture 3">
            <a:extLst>
              <a:ext uri="{FF2B5EF4-FFF2-40B4-BE49-F238E27FC236}">
                <a16:creationId xmlns:a16="http://schemas.microsoft.com/office/drawing/2014/main" id="{4286CE61-D3C4-E187-C780-3AB56DEE7DEA}"/>
              </a:ext>
            </a:extLst>
          </p:cNvPr>
          <p:cNvPicPr>
            <a:picLocks noChangeAspect="1"/>
          </p:cNvPicPr>
          <p:nvPr/>
        </p:nvPicPr>
        <p:blipFill>
          <a:blip r:embed="rId3"/>
          <a:stretch>
            <a:fillRect/>
          </a:stretch>
        </p:blipFill>
        <p:spPr>
          <a:xfrm>
            <a:off x="6140316" y="1900309"/>
            <a:ext cx="3803784" cy="3869241"/>
          </a:xfrm>
          <a:prstGeom prst="rect">
            <a:avLst/>
          </a:prstGeom>
        </p:spPr>
      </p:pic>
    </p:spTree>
    <p:extLst>
      <p:ext uri="{BB962C8B-B14F-4D97-AF65-F5344CB8AC3E}">
        <p14:creationId xmlns:p14="http://schemas.microsoft.com/office/powerpoint/2010/main" val="1019690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750"/>
                                        <p:tgtEl>
                                          <p:spTgt spid="31"/>
                                        </p:tgtEl>
                                      </p:cBhvr>
                                    </p:animEffect>
                                  </p:childTnLst>
                                </p:cTn>
                              </p:par>
                            </p:childTnLst>
                          </p:cTn>
                        </p:par>
                        <p:par>
                          <p:cTn id="8" fill="hold">
                            <p:stCondLst>
                              <p:cond delay="75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250"/>
                            </p:stCondLst>
                            <p:childTnLst>
                              <p:par>
                                <p:cTn id="13" presetID="10"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E8BD2-4F75-C2A6-0B11-4015A3EB3CC3}"/>
              </a:ext>
            </a:extLst>
          </p:cNvPr>
          <p:cNvSpPr>
            <a:spLocks noGrp="1"/>
          </p:cNvSpPr>
          <p:nvPr>
            <p:ph type="title"/>
          </p:nvPr>
        </p:nvSpPr>
        <p:spPr>
          <a:xfrm>
            <a:off x="782320" y="1006266"/>
            <a:ext cx="7066280" cy="558799"/>
          </a:xfrm>
        </p:spPr>
        <p:txBody>
          <a:bodyPr>
            <a:noAutofit/>
          </a:bodyPr>
          <a:lstStyle/>
          <a:p>
            <a:r>
              <a:rPr lang="en-IN" b="1" dirty="0">
                <a:solidFill>
                  <a:schemeClr val="tx1"/>
                </a:solidFill>
                <a:latin typeface="Cambria" panose="02040503050406030204" pitchFamily="18" charset="0"/>
                <a:ea typeface="Cambria" panose="02040503050406030204" pitchFamily="18" charset="0"/>
                <a:cs typeface="Arial" panose="020B0604020202020204" pitchFamily="34" charset="0"/>
              </a:rPr>
              <a:t>Illustrative Example</a:t>
            </a:r>
            <a:endParaRPr lang="en-US" b="1" dirty="0">
              <a:solidFill>
                <a:schemeClr val="tx1"/>
              </a:solidFill>
              <a:latin typeface="Cambria" panose="02040503050406030204" pitchFamily="18" charset="0"/>
              <a:ea typeface="Cambria" panose="02040503050406030204" pitchFamily="18" charset="0"/>
              <a:cs typeface="Arial" panose="020B0604020202020204" pitchFamily="34" charset="0"/>
            </a:endParaRPr>
          </a:p>
        </p:txBody>
      </p:sp>
      <p:pic>
        <p:nvPicPr>
          <p:cNvPr id="11" name="Picture 10">
            <a:extLst>
              <a:ext uri="{FF2B5EF4-FFF2-40B4-BE49-F238E27FC236}">
                <a16:creationId xmlns:a16="http://schemas.microsoft.com/office/drawing/2014/main" id="{051CFB1C-6E76-F7B8-A185-C31B0F3B2B02}"/>
              </a:ext>
            </a:extLst>
          </p:cNvPr>
          <p:cNvPicPr>
            <a:picLocks noChangeAspect="1"/>
          </p:cNvPicPr>
          <p:nvPr/>
        </p:nvPicPr>
        <p:blipFill>
          <a:blip r:embed="rId2"/>
          <a:stretch>
            <a:fillRect/>
          </a:stretch>
        </p:blipFill>
        <p:spPr>
          <a:xfrm>
            <a:off x="3599178" y="1565066"/>
            <a:ext cx="4773298" cy="1717170"/>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11CAE91-4408-9025-EC69-924197F8DD6E}"/>
                  </a:ext>
                </a:extLst>
              </p:cNvPr>
              <p:cNvSpPr txBox="1"/>
              <p:nvPr/>
            </p:nvSpPr>
            <p:spPr>
              <a:xfrm>
                <a:off x="1619250" y="3275778"/>
                <a:ext cx="8524875" cy="738664"/>
              </a:xfrm>
              <a:prstGeom prst="rect">
                <a:avLst/>
              </a:prstGeom>
              <a:noFill/>
            </p:spPr>
            <p:txBody>
              <a:bodyPr wrap="square" rtlCol="0">
                <a:spAutoFit/>
              </a:bodyPr>
              <a:lstStyle/>
              <a:p>
                <a:pPr algn="ctr"/>
                <a:r>
                  <a:rPr lang="en-US" sz="1400" dirty="0">
                    <a:latin typeface="Rockwell" panose="02060603020205020403" pitchFamily="18" charset="0"/>
                  </a:rPr>
                  <a:t>Figure 1: (</a:t>
                </a:r>
                <a:r>
                  <a:rPr lang="en-US" sz="1400" dirty="0" err="1">
                    <a:latin typeface="Rockwell" panose="02060603020205020403" pitchFamily="18" charset="0"/>
                  </a:rPr>
                  <a:t>i</a:t>
                </a:r>
                <a:r>
                  <a:rPr lang="en-US" sz="1400" dirty="0">
                    <a:latin typeface="Rockwell" panose="02060603020205020403" pitchFamily="18" charset="0"/>
                  </a:rPr>
                  <a:t>) The robots on the even rows move northwards to the odd rows of 𝒈𝒓𝒊𝒅𝒇𝒊𝒏𝒂𝒍. (Case </a:t>
                </a:r>
                <a14:m>
                  <m:oMath xmlns:m="http://schemas.openxmlformats.org/officeDocument/2006/math">
                    <m:sSub>
                      <m:sSubPr>
                        <m:ctrlPr>
                          <a:rPr lang="en-US" sz="1400" i="1">
                            <a:latin typeface="Cambria Math" panose="02040503050406030204" pitchFamily="18" charset="0"/>
                          </a:rPr>
                        </m:ctrlPr>
                      </m:sSubPr>
                      <m:e>
                        <m:r>
                          <m:rPr>
                            <m:nor/>
                          </m:rPr>
                          <a:rPr lang="en-US" sz="1400" dirty="0">
                            <a:latin typeface="Rockwell" panose="02060603020205020403" pitchFamily="18" charset="0"/>
                          </a:rPr>
                          <m:t>𝚿</m:t>
                        </m:r>
                      </m:e>
                      <m:sub>
                        <m:r>
                          <a:rPr lang="en-US" sz="1400" b="0" i="1" dirty="0" smtClean="0">
                            <a:latin typeface="Cambria Math" panose="02040503050406030204" pitchFamily="18" charset="0"/>
                          </a:rPr>
                          <m:t>1</m:t>
                        </m:r>
                      </m:sub>
                    </m:sSub>
                  </m:oMath>
                </a14:m>
                <a:r>
                  <a:rPr lang="en-US" sz="1400" dirty="0">
                    <a:latin typeface="Rockwell" panose="02060603020205020403" pitchFamily="18" charset="0"/>
                  </a:rPr>
                  <a:t>) and since 𝒓𝟏 is beyond the first 𝒅 (i.e. (𝟑 × 𝟐) − 𝟏 = 𝟓) rows from </a:t>
                </a:r>
                <a14:m>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𝑌</m:t>
                        </m:r>
                      </m:e>
                      <m:sub>
                        <m:r>
                          <a:rPr lang="en-US" sz="1400" b="0" i="1" smtClean="0">
                            <a:latin typeface="Cambria Math" panose="02040503050406030204" pitchFamily="18" charset="0"/>
                          </a:rPr>
                          <m:t>𝑀𝐴𝑋</m:t>
                        </m:r>
                      </m:sub>
                    </m:sSub>
                  </m:oMath>
                </a14:m>
                <a:r>
                  <a:rPr lang="en-US" sz="1400" dirty="0">
                    <a:latin typeface="Rockwell" panose="02060603020205020403" pitchFamily="18" charset="0"/>
                  </a:rPr>
                  <a:t>, so it moves northwards to the 5th row. (Case </a:t>
                </a:r>
                <a14:m>
                  <m:oMath xmlns:m="http://schemas.openxmlformats.org/officeDocument/2006/math">
                    <m:sSub>
                      <m:sSubPr>
                        <m:ctrlPr>
                          <a:rPr lang="en-US" sz="1400" i="1" smtClean="0">
                            <a:latin typeface="Cambria Math" panose="02040503050406030204" pitchFamily="18" charset="0"/>
                          </a:rPr>
                        </m:ctrlPr>
                      </m:sSubPr>
                      <m:e>
                        <m:r>
                          <m:rPr>
                            <m:nor/>
                          </m:rPr>
                          <a:rPr lang="en-US" sz="1400" dirty="0">
                            <a:latin typeface="Rockwell" panose="02060603020205020403" pitchFamily="18" charset="0"/>
                          </a:rPr>
                          <m:t>𝚿</m:t>
                        </m:r>
                      </m:e>
                      <m:sub>
                        <m:r>
                          <a:rPr lang="en-US" sz="1400" b="0" i="1" smtClean="0">
                            <a:latin typeface="Cambria Math" panose="02040503050406030204" pitchFamily="18" charset="0"/>
                          </a:rPr>
                          <m:t>2</m:t>
                        </m:r>
                      </m:sub>
                    </m:sSub>
                  </m:oMath>
                </a14:m>
                <a:r>
                  <a:rPr lang="en-US" sz="1400" dirty="0">
                    <a:latin typeface="Rockwell" panose="02060603020205020403" pitchFamily="18" charset="0"/>
                  </a:rPr>
                  <a:t>) </a:t>
                </a:r>
                <a:endParaRPr lang="en-IN" sz="1400" dirty="0">
                  <a:latin typeface="Rockwell" panose="02060603020205020403" pitchFamily="18" charset="0"/>
                </a:endParaRPr>
              </a:p>
            </p:txBody>
          </p:sp>
        </mc:Choice>
        <mc:Fallback xmlns="">
          <p:sp>
            <p:nvSpPr>
              <p:cNvPr id="25" name="TextBox 24">
                <a:extLst>
                  <a:ext uri="{FF2B5EF4-FFF2-40B4-BE49-F238E27FC236}">
                    <a16:creationId xmlns:a16="http://schemas.microsoft.com/office/drawing/2014/main" id="{311CAE91-4408-9025-EC69-924197F8DD6E}"/>
                  </a:ext>
                </a:extLst>
              </p:cNvPr>
              <p:cNvSpPr txBox="1">
                <a:spLocks noRot="1" noChangeAspect="1" noMove="1" noResize="1" noEditPoints="1" noAdjustHandles="1" noChangeArrowheads="1" noChangeShapeType="1" noTextEdit="1"/>
              </p:cNvSpPr>
              <p:nvPr/>
            </p:nvSpPr>
            <p:spPr>
              <a:xfrm>
                <a:off x="1619250" y="3275778"/>
                <a:ext cx="8524875" cy="738664"/>
              </a:xfrm>
              <a:prstGeom prst="rect">
                <a:avLst/>
              </a:prstGeom>
              <a:blipFill>
                <a:blip r:embed="rId3"/>
                <a:stretch>
                  <a:fillRect l="-215" t="-1639" r="-715" b="-7377"/>
                </a:stretch>
              </a:blipFill>
            </p:spPr>
            <p:txBody>
              <a:bodyPr/>
              <a:lstStyle/>
              <a:p>
                <a:r>
                  <a:rPr lang="en-IN">
                    <a:noFill/>
                  </a:rPr>
                  <a:t> </a:t>
                </a:r>
              </a:p>
            </p:txBody>
          </p:sp>
        </mc:Fallback>
      </mc:AlternateContent>
      <p:pic>
        <p:nvPicPr>
          <p:cNvPr id="27" name="Picture 26">
            <a:extLst>
              <a:ext uri="{FF2B5EF4-FFF2-40B4-BE49-F238E27FC236}">
                <a16:creationId xmlns:a16="http://schemas.microsoft.com/office/drawing/2014/main" id="{D19859C5-DD7D-E764-4FB2-8E960230BCC7}"/>
              </a:ext>
            </a:extLst>
          </p:cNvPr>
          <p:cNvPicPr>
            <a:picLocks noChangeAspect="1"/>
          </p:cNvPicPr>
          <p:nvPr/>
        </p:nvPicPr>
        <p:blipFill>
          <a:blip r:embed="rId4"/>
          <a:srcRect/>
          <a:stretch/>
        </p:blipFill>
        <p:spPr>
          <a:xfrm>
            <a:off x="3599177" y="3993565"/>
            <a:ext cx="4773300" cy="1671299"/>
          </a:xfrm>
          <a:prstGeom prst="rect">
            <a:avLst/>
          </a:prstGeom>
        </p:spPr>
      </p:pic>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A94C1A92-5890-DE2E-F4EE-985A1A5C230E}"/>
                  </a:ext>
                </a:extLst>
              </p:cNvPr>
              <p:cNvSpPr txBox="1"/>
              <p:nvPr/>
            </p:nvSpPr>
            <p:spPr>
              <a:xfrm>
                <a:off x="1619250" y="5591246"/>
                <a:ext cx="8524875" cy="954107"/>
              </a:xfrm>
              <a:prstGeom prst="rect">
                <a:avLst/>
              </a:prstGeom>
              <a:noFill/>
            </p:spPr>
            <p:txBody>
              <a:bodyPr wrap="square" rtlCol="0">
                <a:spAutoFit/>
              </a:bodyPr>
              <a:lstStyle/>
              <a:p>
                <a:pPr algn="ctr"/>
                <a:r>
                  <a:rPr lang="en-US" sz="1400" dirty="0">
                    <a:latin typeface="Rockwell" panose="02060603020205020403" pitchFamily="18" charset="0"/>
                  </a:rPr>
                  <a:t>Figure 2: (</a:t>
                </a:r>
                <a:r>
                  <a:rPr lang="en-US" sz="1400" dirty="0" err="1">
                    <a:latin typeface="Rockwell" panose="02060603020205020403" pitchFamily="18" charset="0"/>
                  </a:rPr>
                  <a:t>i</a:t>
                </a:r>
                <a:r>
                  <a:rPr lang="en-US" sz="1400" dirty="0">
                    <a:latin typeface="Rockwell" panose="02060603020205020403" pitchFamily="18" charset="0"/>
                  </a:rPr>
                  <a:t>) and (ii) The robots (𝒓𝟏,𝒓𝟑,𝒓𝟕) move to their immediate west node on the same row  when the two consecutive west nodes are vacant. Robots (𝒓𝟓,𝒓𝟖) try to move eastwards only  when there is no vacant target node to move west. (Case </a:t>
                </a:r>
                <a14:m>
                  <m:oMath xmlns:m="http://schemas.openxmlformats.org/officeDocument/2006/math">
                    <m:sSub>
                      <m:sSubPr>
                        <m:ctrlPr>
                          <a:rPr lang="en-US" sz="1400" i="1">
                            <a:latin typeface="Cambria Math" panose="02040503050406030204" pitchFamily="18" charset="0"/>
                          </a:rPr>
                        </m:ctrlPr>
                      </m:sSubPr>
                      <m:e>
                        <m:r>
                          <m:rPr>
                            <m:nor/>
                          </m:rPr>
                          <a:rPr lang="en-US" sz="1400" dirty="0">
                            <a:latin typeface="Rockwell" panose="02060603020205020403" pitchFamily="18" charset="0"/>
                          </a:rPr>
                          <m:t>𝚿</m:t>
                        </m:r>
                      </m:e>
                      <m:sub>
                        <m:r>
                          <a:rPr lang="en-US" sz="1400" b="0" i="1" dirty="0" smtClean="0">
                            <a:latin typeface="Cambria Math" panose="02040503050406030204" pitchFamily="18" charset="0"/>
                          </a:rPr>
                          <m:t>3</m:t>
                        </m:r>
                      </m:sub>
                    </m:sSub>
                  </m:oMath>
                </a14:m>
                <a:r>
                  <a:rPr lang="en-US" sz="1400" dirty="0">
                    <a:latin typeface="Rockwell" panose="02060603020205020403" pitchFamily="18" charset="0"/>
                  </a:rPr>
                  <a:t>). The robots move further to place themselves on alternate nodes of the same row. (Case </a:t>
                </a:r>
                <a14:m>
                  <m:oMath xmlns:m="http://schemas.openxmlformats.org/officeDocument/2006/math">
                    <m:sSub>
                      <m:sSubPr>
                        <m:ctrlPr>
                          <a:rPr lang="en-US" sz="1400" i="1">
                            <a:latin typeface="Cambria Math" panose="02040503050406030204" pitchFamily="18" charset="0"/>
                          </a:rPr>
                        </m:ctrlPr>
                      </m:sSubPr>
                      <m:e>
                        <m:r>
                          <m:rPr>
                            <m:nor/>
                          </m:rPr>
                          <a:rPr lang="en-US" sz="1400" dirty="0">
                            <a:latin typeface="Rockwell" panose="02060603020205020403" pitchFamily="18" charset="0"/>
                          </a:rPr>
                          <m:t>𝚿</m:t>
                        </m:r>
                      </m:e>
                      <m:sub>
                        <m:r>
                          <a:rPr lang="en-US" sz="1400" b="0" i="1" dirty="0" smtClean="0">
                            <a:latin typeface="Cambria Math" panose="02040503050406030204" pitchFamily="18" charset="0"/>
                          </a:rPr>
                          <m:t>3</m:t>
                        </m:r>
                      </m:sub>
                    </m:sSub>
                  </m:oMath>
                </a14:m>
                <a:r>
                  <a:rPr lang="en-US" sz="1400" dirty="0">
                    <a:latin typeface="Rockwell" panose="02060603020205020403" pitchFamily="18" charset="0"/>
                  </a:rPr>
                  <a:t>) </a:t>
                </a:r>
                <a:endParaRPr lang="en-IN" sz="1400" dirty="0">
                  <a:latin typeface="Rockwell" panose="02060603020205020403" pitchFamily="18" charset="0"/>
                </a:endParaRPr>
              </a:p>
            </p:txBody>
          </p:sp>
        </mc:Choice>
        <mc:Fallback xmlns="">
          <p:sp>
            <p:nvSpPr>
              <p:cNvPr id="28" name="TextBox 27">
                <a:extLst>
                  <a:ext uri="{FF2B5EF4-FFF2-40B4-BE49-F238E27FC236}">
                    <a16:creationId xmlns:a16="http://schemas.microsoft.com/office/drawing/2014/main" id="{A94C1A92-5890-DE2E-F4EE-985A1A5C230E}"/>
                  </a:ext>
                </a:extLst>
              </p:cNvPr>
              <p:cNvSpPr txBox="1">
                <a:spLocks noRot="1" noChangeAspect="1" noMove="1" noResize="1" noEditPoints="1" noAdjustHandles="1" noChangeArrowheads="1" noChangeShapeType="1" noTextEdit="1"/>
              </p:cNvSpPr>
              <p:nvPr/>
            </p:nvSpPr>
            <p:spPr>
              <a:xfrm>
                <a:off x="1619250" y="5591246"/>
                <a:ext cx="8524875" cy="954107"/>
              </a:xfrm>
              <a:prstGeom prst="rect">
                <a:avLst/>
              </a:prstGeom>
              <a:blipFill>
                <a:blip r:embed="rId5"/>
                <a:stretch>
                  <a:fillRect t="-1911" b="-5732"/>
                </a:stretch>
              </a:blipFill>
            </p:spPr>
            <p:txBody>
              <a:bodyPr/>
              <a:lstStyle/>
              <a:p>
                <a:r>
                  <a:rPr lang="en-IN">
                    <a:noFill/>
                  </a:rPr>
                  <a:t> </a:t>
                </a:r>
              </a:p>
            </p:txBody>
          </p:sp>
        </mc:Fallback>
      </mc:AlternateContent>
    </p:spTree>
    <p:extLst>
      <p:ext uri="{BB962C8B-B14F-4D97-AF65-F5344CB8AC3E}">
        <p14:creationId xmlns:p14="http://schemas.microsoft.com/office/powerpoint/2010/main" val="995160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750"/>
                                        <p:tgtEl>
                                          <p:spTgt spid="2"/>
                                        </p:tgtEl>
                                      </p:cBhvr>
                                    </p:animEffect>
                                  </p:childTnLst>
                                </p:cTn>
                              </p:par>
                            </p:childTnLst>
                          </p:cTn>
                        </p:par>
                        <p:par>
                          <p:cTn id="8" fill="hold">
                            <p:stCondLst>
                              <p:cond delay="750"/>
                            </p:stCondLst>
                            <p:childTnLst>
                              <p:par>
                                <p:cTn id="9" presetID="10"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par>
                          <p:cTn id="12" fill="hold">
                            <p:stCondLst>
                              <p:cond delay="1250"/>
                            </p:stCondLst>
                            <p:childTnLst>
                              <p:par>
                                <p:cTn id="13" presetID="10" presetClass="entr" presetSubtype="0"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childTnLst>
                          </p:cTn>
                        </p:par>
                        <p:par>
                          <p:cTn id="16" fill="hold">
                            <p:stCondLst>
                              <p:cond delay="1750"/>
                            </p:stCondLst>
                            <p:childTnLst>
                              <p:par>
                                <p:cTn id="17" presetID="10" presetClass="entr" presetSubtype="0"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childTnLst>
                          </p:cTn>
                        </p:par>
                        <p:par>
                          <p:cTn id="20" fill="hold">
                            <p:stCondLst>
                              <p:cond delay="2250"/>
                            </p:stCondLst>
                            <p:childTnLst>
                              <p:par>
                                <p:cTn id="21" presetID="10" presetClass="entr" presetSubtype="0" fill="hold" grpId="0" nodeType="after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5" grpId="0"/>
      <p:bldP spid="2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FA7B1-919F-21C5-53C5-0F9599101D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FEA493-864D-B3A1-B425-B803F3588ECA}"/>
              </a:ext>
            </a:extLst>
          </p:cNvPr>
          <p:cNvSpPr>
            <a:spLocks noGrp="1"/>
          </p:cNvSpPr>
          <p:nvPr>
            <p:ph type="title"/>
          </p:nvPr>
        </p:nvSpPr>
        <p:spPr>
          <a:xfrm>
            <a:off x="782320" y="1006266"/>
            <a:ext cx="7066280" cy="558799"/>
          </a:xfrm>
        </p:spPr>
        <p:txBody>
          <a:bodyPr>
            <a:noAutofit/>
          </a:bodyPr>
          <a:lstStyle/>
          <a:p>
            <a:r>
              <a:rPr lang="en-IN" b="1" dirty="0">
                <a:solidFill>
                  <a:schemeClr val="tx1"/>
                </a:solidFill>
                <a:latin typeface="Cambria" panose="02040503050406030204" pitchFamily="18" charset="0"/>
                <a:ea typeface="Cambria" panose="02040503050406030204" pitchFamily="18" charset="0"/>
                <a:cs typeface="Arial" panose="020B0604020202020204" pitchFamily="34" charset="0"/>
              </a:rPr>
              <a:t>Illustrative Example</a:t>
            </a:r>
            <a:endParaRPr lang="en-US" b="1" dirty="0">
              <a:solidFill>
                <a:schemeClr val="tx1"/>
              </a:solidFill>
              <a:latin typeface="Cambria" panose="02040503050406030204" pitchFamily="18" charset="0"/>
              <a:ea typeface="Cambria" panose="02040503050406030204" pitchFamily="18" charset="0"/>
              <a:cs typeface="Arial" panose="020B0604020202020204" pitchFamily="34" charset="0"/>
            </a:endParaRPr>
          </a:p>
        </p:txBody>
      </p:sp>
      <p:pic>
        <p:nvPicPr>
          <p:cNvPr id="11" name="Picture 10">
            <a:extLst>
              <a:ext uri="{FF2B5EF4-FFF2-40B4-BE49-F238E27FC236}">
                <a16:creationId xmlns:a16="http://schemas.microsoft.com/office/drawing/2014/main" id="{FCECB128-FB8A-2CD3-8534-2F416F2091BC}"/>
              </a:ext>
            </a:extLst>
          </p:cNvPr>
          <p:cNvPicPr>
            <a:picLocks noChangeAspect="1"/>
          </p:cNvPicPr>
          <p:nvPr/>
        </p:nvPicPr>
        <p:blipFill>
          <a:blip r:embed="rId2"/>
          <a:srcRect/>
          <a:stretch/>
        </p:blipFill>
        <p:spPr>
          <a:xfrm>
            <a:off x="3599178" y="1595936"/>
            <a:ext cx="4773298" cy="1655429"/>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97037CC0-9B2E-BF43-3324-A51DF0AB21AC}"/>
                  </a:ext>
                </a:extLst>
              </p:cNvPr>
              <p:cNvSpPr txBox="1"/>
              <p:nvPr/>
            </p:nvSpPr>
            <p:spPr>
              <a:xfrm>
                <a:off x="1619250" y="3275778"/>
                <a:ext cx="8524875" cy="738664"/>
              </a:xfrm>
              <a:prstGeom prst="rect">
                <a:avLst/>
              </a:prstGeom>
              <a:noFill/>
            </p:spPr>
            <p:txBody>
              <a:bodyPr wrap="square" rtlCol="0">
                <a:spAutoFit/>
              </a:bodyPr>
              <a:lstStyle/>
              <a:p>
                <a:pPr algn="ctr"/>
                <a:r>
                  <a:rPr lang="en-IN" sz="1400" dirty="0">
                    <a:latin typeface="Rockwell" panose="02060603020205020403" pitchFamily="18" charset="0"/>
                  </a:rPr>
                  <a:t>Figure 3: (</a:t>
                </a:r>
                <a:r>
                  <a:rPr lang="en-IN" sz="1400" dirty="0" err="1">
                    <a:latin typeface="Rockwell" panose="02060603020205020403" pitchFamily="18" charset="0"/>
                  </a:rPr>
                  <a:t>i</a:t>
                </a:r>
                <a:r>
                  <a:rPr lang="en-IN" sz="1400" dirty="0">
                    <a:latin typeface="Rockwell" panose="02060603020205020403" pitchFamily="18" charset="0"/>
                  </a:rPr>
                  <a:t>) The robot, 𝒓𝟖 ∉ first 𝒓𝒄 robots of 𝒓𝒐𝒘𝟑, also moves northwards to the alternate row, 𝒓𝒐𝒘𝟏, as it finds a vacant node. (Case </a:t>
                </a:r>
                <a14:m>
                  <m:oMath xmlns:m="http://schemas.openxmlformats.org/officeDocument/2006/math">
                    <m:sSub>
                      <m:sSubPr>
                        <m:ctrlPr>
                          <a:rPr lang="en-US" sz="1400" i="1">
                            <a:latin typeface="Cambria Math" panose="02040503050406030204" pitchFamily="18" charset="0"/>
                          </a:rPr>
                        </m:ctrlPr>
                      </m:sSubPr>
                      <m:e>
                        <m:r>
                          <m:rPr>
                            <m:nor/>
                          </m:rPr>
                          <a:rPr lang="en-US" sz="1400" dirty="0">
                            <a:latin typeface="Rockwell" panose="02060603020205020403" pitchFamily="18" charset="0"/>
                          </a:rPr>
                          <m:t>𝚿</m:t>
                        </m:r>
                      </m:e>
                      <m:sub>
                        <m:r>
                          <a:rPr lang="en-US" sz="1400" b="0" i="1" dirty="0" smtClean="0">
                            <a:latin typeface="Cambria Math" panose="02040503050406030204" pitchFamily="18" charset="0"/>
                          </a:rPr>
                          <m:t>5</m:t>
                        </m:r>
                      </m:sub>
                    </m:sSub>
                  </m:oMath>
                </a14:m>
                <a:r>
                  <a:rPr lang="en-IN" sz="1400" dirty="0">
                    <a:latin typeface="Rockwell" panose="02060603020205020403" pitchFamily="18" charset="0"/>
                  </a:rPr>
                  <a:t>) (ii) Robot 𝒓𝟕 and 𝒓𝟖 in 𝒓𝒐𝒘𝟏 again continue to hop west, since it again finds consecutive vacant nodes on its west. (Case </a:t>
                </a:r>
                <a14:m>
                  <m:oMath xmlns:m="http://schemas.openxmlformats.org/officeDocument/2006/math">
                    <m:sSub>
                      <m:sSubPr>
                        <m:ctrlPr>
                          <a:rPr lang="en-US" sz="1400" i="1" smtClean="0">
                            <a:latin typeface="Cambria Math" panose="02040503050406030204" pitchFamily="18" charset="0"/>
                          </a:rPr>
                        </m:ctrlPr>
                      </m:sSubPr>
                      <m:e>
                        <m:r>
                          <m:rPr>
                            <m:nor/>
                          </m:rPr>
                          <a:rPr lang="en-US" sz="1400" dirty="0">
                            <a:latin typeface="Rockwell" panose="02060603020205020403" pitchFamily="18" charset="0"/>
                          </a:rPr>
                          <m:t>𝚿</m:t>
                        </m:r>
                      </m:e>
                      <m:sub>
                        <m:r>
                          <a:rPr lang="en-US" sz="1400" b="0" i="1" dirty="0" smtClean="0">
                            <a:latin typeface="Cambria Math" panose="02040503050406030204" pitchFamily="18" charset="0"/>
                          </a:rPr>
                          <m:t>3</m:t>
                        </m:r>
                      </m:sub>
                    </m:sSub>
                  </m:oMath>
                </a14:m>
                <a:r>
                  <a:rPr lang="en-IN" sz="1400" dirty="0">
                    <a:latin typeface="Rockwell" panose="02060603020205020403" pitchFamily="18" charset="0"/>
                  </a:rPr>
                  <a:t>) </a:t>
                </a:r>
              </a:p>
            </p:txBody>
          </p:sp>
        </mc:Choice>
        <mc:Fallback xmlns="">
          <p:sp>
            <p:nvSpPr>
              <p:cNvPr id="25" name="TextBox 24">
                <a:extLst>
                  <a:ext uri="{FF2B5EF4-FFF2-40B4-BE49-F238E27FC236}">
                    <a16:creationId xmlns:a16="http://schemas.microsoft.com/office/drawing/2014/main" id="{97037CC0-9B2E-BF43-3324-A51DF0AB21AC}"/>
                  </a:ext>
                </a:extLst>
              </p:cNvPr>
              <p:cNvSpPr txBox="1">
                <a:spLocks noRot="1" noChangeAspect="1" noMove="1" noResize="1" noEditPoints="1" noAdjustHandles="1" noChangeArrowheads="1" noChangeShapeType="1" noTextEdit="1"/>
              </p:cNvSpPr>
              <p:nvPr/>
            </p:nvSpPr>
            <p:spPr>
              <a:xfrm>
                <a:off x="1619250" y="3275778"/>
                <a:ext cx="8524875" cy="738664"/>
              </a:xfrm>
              <a:prstGeom prst="rect">
                <a:avLst/>
              </a:prstGeom>
              <a:blipFill>
                <a:blip r:embed="rId3"/>
                <a:stretch>
                  <a:fillRect t="-1639" b="-7377"/>
                </a:stretch>
              </a:blipFill>
            </p:spPr>
            <p:txBody>
              <a:bodyPr/>
              <a:lstStyle/>
              <a:p>
                <a:r>
                  <a:rPr lang="en-IN">
                    <a:noFill/>
                  </a:rPr>
                  <a:t> </a:t>
                </a:r>
              </a:p>
            </p:txBody>
          </p:sp>
        </mc:Fallback>
      </mc:AlternateContent>
      <p:pic>
        <p:nvPicPr>
          <p:cNvPr id="27" name="Picture 26">
            <a:extLst>
              <a:ext uri="{FF2B5EF4-FFF2-40B4-BE49-F238E27FC236}">
                <a16:creationId xmlns:a16="http://schemas.microsoft.com/office/drawing/2014/main" id="{64664EE3-45EE-FD14-C824-82EE13E841B8}"/>
              </a:ext>
            </a:extLst>
          </p:cNvPr>
          <p:cNvPicPr>
            <a:picLocks noChangeAspect="1"/>
          </p:cNvPicPr>
          <p:nvPr/>
        </p:nvPicPr>
        <p:blipFill>
          <a:blip r:embed="rId4"/>
          <a:srcRect/>
          <a:stretch/>
        </p:blipFill>
        <p:spPr>
          <a:xfrm>
            <a:off x="3599177" y="4012786"/>
            <a:ext cx="4773300" cy="1632857"/>
          </a:xfrm>
          <a:prstGeom prst="rect">
            <a:avLst/>
          </a:prstGeom>
        </p:spPr>
      </p:pic>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B431107-B4F0-A5E7-6E4F-57287580AC89}"/>
                  </a:ext>
                </a:extLst>
              </p:cNvPr>
              <p:cNvSpPr txBox="1"/>
              <p:nvPr/>
            </p:nvSpPr>
            <p:spPr>
              <a:xfrm>
                <a:off x="1619250" y="5608664"/>
                <a:ext cx="8524875" cy="738664"/>
              </a:xfrm>
              <a:prstGeom prst="rect">
                <a:avLst/>
              </a:prstGeom>
              <a:noFill/>
            </p:spPr>
            <p:txBody>
              <a:bodyPr wrap="square" rtlCol="0">
                <a:spAutoFit/>
              </a:bodyPr>
              <a:lstStyle/>
              <a:p>
                <a:pPr algn="ctr"/>
                <a:r>
                  <a:rPr lang="en-IN" sz="1400" dirty="0">
                    <a:latin typeface="Rockwell" panose="02060603020205020403" pitchFamily="18" charset="0"/>
                    <a:cs typeface="Arial" panose="020B0604020202020204" pitchFamily="34" charset="0"/>
                  </a:rPr>
                  <a:t>Figure 4: (</a:t>
                </a:r>
                <a:r>
                  <a:rPr lang="en-IN" sz="1400" dirty="0" err="1">
                    <a:latin typeface="Rockwell" panose="02060603020205020403" pitchFamily="18" charset="0"/>
                    <a:cs typeface="Arial" panose="020B0604020202020204" pitchFamily="34" charset="0"/>
                  </a:rPr>
                  <a:t>i</a:t>
                </a:r>
                <a:r>
                  <a:rPr lang="en-IN" sz="1400" dirty="0">
                    <a:latin typeface="Rockwell" panose="02060603020205020403" pitchFamily="18" charset="0"/>
                    <a:cs typeface="Arial" panose="020B0604020202020204" pitchFamily="34" charset="0"/>
                  </a:rPr>
                  <a:t>) Robot 𝒓𝟓 in 𝒓𝒐𝒘𝟑 has 𝒓𝒄 robots on its west in 𝒓𝒐𝒘𝟑 and the above odd row 𝒓𝒐𝒘𝟏 has 𝒓𝒄 robots. (Case </a:t>
                </a:r>
                <a14:m>
                  <m:oMath xmlns:m="http://schemas.openxmlformats.org/officeDocument/2006/math">
                    <m:sSub>
                      <m:sSubPr>
                        <m:ctrlPr>
                          <a:rPr lang="en-US" sz="1400" i="1">
                            <a:latin typeface="Cambria Math" panose="02040503050406030204" pitchFamily="18" charset="0"/>
                          </a:rPr>
                        </m:ctrlPr>
                      </m:sSubPr>
                      <m:e>
                        <m:r>
                          <m:rPr>
                            <m:nor/>
                          </m:rPr>
                          <a:rPr lang="en-US" sz="1400" dirty="0">
                            <a:latin typeface="Rockwell" panose="02060603020205020403" pitchFamily="18" charset="0"/>
                          </a:rPr>
                          <m:t>𝚿</m:t>
                        </m:r>
                      </m:e>
                      <m:sub>
                        <m:r>
                          <a:rPr lang="en-US" sz="1400" b="0" i="1" dirty="0" smtClean="0">
                            <a:latin typeface="Cambria Math" panose="02040503050406030204" pitchFamily="18" charset="0"/>
                          </a:rPr>
                          <m:t>5</m:t>
                        </m:r>
                      </m:sub>
                    </m:sSub>
                  </m:oMath>
                </a14:m>
                <a:r>
                  <a:rPr lang="en-IN" sz="1400" dirty="0">
                    <a:latin typeface="Rockwell" panose="02060603020205020403" pitchFamily="18" charset="0"/>
                    <a:cs typeface="Arial" panose="020B0604020202020204" pitchFamily="34" charset="0"/>
                  </a:rPr>
                  <a:t>). So, 𝒓𝟓 moves southwards to alternate row, 𝒓𝒐𝒘𝟓 (ii) Then robot 𝒓𝟓 moves westwards to place itself on an alternate node of the grid distribution. </a:t>
                </a:r>
              </a:p>
            </p:txBody>
          </p:sp>
        </mc:Choice>
        <mc:Fallback xmlns="">
          <p:sp>
            <p:nvSpPr>
              <p:cNvPr id="28" name="TextBox 27">
                <a:extLst>
                  <a:ext uri="{FF2B5EF4-FFF2-40B4-BE49-F238E27FC236}">
                    <a16:creationId xmlns:a16="http://schemas.microsoft.com/office/drawing/2014/main" id="{5B431107-B4F0-A5E7-6E4F-57287580AC89}"/>
                  </a:ext>
                </a:extLst>
              </p:cNvPr>
              <p:cNvSpPr txBox="1">
                <a:spLocks noRot="1" noChangeAspect="1" noMove="1" noResize="1" noEditPoints="1" noAdjustHandles="1" noChangeArrowheads="1" noChangeShapeType="1" noTextEdit="1"/>
              </p:cNvSpPr>
              <p:nvPr/>
            </p:nvSpPr>
            <p:spPr>
              <a:xfrm>
                <a:off x="1619250" y="5608664"/>
                <a:ext cx="8524875" cy="738664"/>
              </a:xfrm>
              <a:prstGeom prst="rect">
                <a:avLst/>
              </a:prstGeom>
              <a:blipFill>
                <a:blip r:embed="rId5"/>
                <a:stretch>
                  <a:fillRect t="-2479" r="-286" b="-8264"/>
                </a:stretch>
              </a:blipFill>
            </p:spPr>
            <p:txBody>
              <a:bodyPr/>
              <a:lstStyle/>
              <a:p>
                <a:r>
                  <a:rPr lang="en-IN">
                    <a:noFill/>
                  </a:rPr>
                  <a:t> </a:t>
                </a:r>
              </a:p>
            </p:txBody>
          </p:sp>
        </mc:Fallback>
      </mc:AlternateContent>
    </p:spTree>
    <p:extLst>
      <p:ext uri="{BB962C8B-B14F-4D97-AF65-F5344CB8AC3E}">
        <p14:creationId xmlns:p14="http://schemas.microsoft.com/office/powerpoint/2010/main" val="2079650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750"/>
                                        <p:tgtEl>
                                          <p:spTgt spid="2"/>
                                        </p:tgtEl>
                                      </p:cBhvr>
                                    </p:animEffect>
                                  </p:childTnLst>
                                </p:cTn>
                              </p:par>
                            </p:childTnLst>
                          </p:cTn>
                        </p:par>
                        <p:par>
                          <p:cTn id="8" fill="hold">
                            <p:stCondLst>
                              <p:cond delay="750"/>
                            </p:stCondLst>
                            <p:childTnLst>
                              <p:par>
                                <p:cTn id="9" presetID="10"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par>
                          <p:cTn id="12" fill="hold">
                            <p:stCondLst>
                              <p:cond delay="1250"/>
                            </p:stCondLst>
                            <p:childTnLst>
                              <p:par>
                                <p:cTn id="13" presetID="10" presetClass="entr" presetSubtype="0"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childTnLst>
                          </p:cTn>
                        </p:par>
                        <p:par>
                          <p:cTn id="16" fill="hold">
                            <p:stCondLst>
                              <p:cond delay="1750"/>
                            </p:stCondLst>
                            <p:childTnLst>
                              <p:par>
                                <p:cTn id="17" presetID="10" presetClass="entr" presetSubtype="0"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childTnLst>
                          </p:cTn>
                        </p:par>
                        <p:par>
                          <p:cTn id="20" fill="hold">
                            <p:stCondLst>
                              <p:cond delay="2250"/>
                            </p:stCondLst>
                            <p:childTnLst>
                              <p:par>
                                <p:cTn id="21" presetID="10" presetClass="entr" presetSubtype="0" fill="hold" grpId="0" nodeType="after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5" grpId="0"/>
      <p:bldP spid="2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41336-26C6-4F30-40B1-44E5E10A53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A3C3DE-FF20-8CE6-F8EF-4968462D1EC8}"/>
              </a:ext>
            </a:extLst>
          </p:cNvPr>
          <p:cNvSpPr>
            <a:spLocks noGrp="1"/>
          </p:cNvSpPr>
          <p:nvPr>
            <p:ph type="title"/>
          </p:nvPr>
        </p:nvSpPr>
        <p:spPr>
          <a:xfrm>
            <a:off x="782320" y="1006266"/>
            <a:ext cx="7066280" cy="558799"/>
          </a:xfrm>
        </p:spPr>
        <p:txBody>
          <a:bodyPr>
            <a:noAutofit/>
          </a:bodyPr>
          <a:lstStyle/>
          <a:p>
            <a:r>
              <a:rPr lang="en-IN" b="1" dirty="0">
                <a:solidFill>
                  <a:schemeClr val="tx1"/>
                </a:solidFill>
                <a:latin typeface="Cambria" panose="02040503050406030204" pitchFamily="18" charset="0"/>
                <a:ea typeface="Cambria" panose="02040503050406030204" pitchFamily="18" charset="0"/>
                <a:cs typeface="Arial" panose="020B0604020202020204" pitchFamily="34" charset="0"/>
              </a:rPr>
              <a:t>Illustrative Example</a:t>
            </a:r>
            <a:endParaRPr lang="en-US" b="1" dirty="0">
              <a:solidFill>
                <a:schemeClr val="tx1"/>
              </a:solidFill>
              <a:latin typeface="Cambria" panose="02040503050406030204" pitchFamily="18" charset="0"/>
              <a:ea typeface="Cambria" panose="02040503050406030204" pitchFamily="18" charset="0"/>
              <a:cs typeface="Arial" panose="020B0604020202020204" pitchFamily="34" charset="0"/>
            </a:endParaRPr>
          </a:p>
        </p:txBody>
      </p:sp>
      <p:pic>
        <p:nvPicPr>
          <p:cNvPr id="11" name="Picture 10">
            <a:extLst>
              <a:ext uri="{FF2B5EF4-FFF2-40B4-BE49-F238E27FC236}">
                <a16:creationId xmlns:a16="http://schemas.microsoft.com/office/drawing/2014/main" id="{243039EC-B99C-27EA-C714-E95E0C3D7A27}"/>
              </a:ext>
            </a:extLst>
          </p:cNvPr>
          <p:cNvPicPr>
            <a:picLocks noChangeAspect="1"/>
          </p:cNvPicPr>
          <p:nvPr/>
        </p:nvPicPr>
        <p:blipFill>
          <a:blip r:embed="rId2"/>
          <a:srcRect/>
          <a:stretch/>
        </p:blipFill>
        <p:spPr>
          <a:xfrm>
            <a:off x="3671989" y="2272211"/>
            <a:ext cx="4627676" cy="1655429"/>
          </a:xfrm>
          <a:prstGeom prst="rect">
            <a:avLst/>
          </a:prstGeom>
        </p:spPr>
      </p:pic>
      <p:sp>
        <p:nvSpPr>
          <p:cNvPr id="25" name="TextBox 24">
            <a:extLst>
              <a:ext uri="{FF2B5EF4-FFF2-40B4-BE49-F238E27FC236}">
                <a16:creationId xmlns:a16="http://schemas.microsoft.com/office/drawing/2014/main" id="{3851D968-AE8F-5777-E7D7-ADE99D2EAFC5}"/>
              </a:ext>
            </a:extLst>
          </p:cNvPr>
          <p:cNvSpPr txBox="1"/>
          <p:nvPr/>
        </p:nvSpPr>
        <p:spPr>
          <a:xfrm>
            <a:off x="1619250" y="4123503"/>
            <a:ext cx="8524875" cy="738664"/>
          </a:xfrm>
          <a:prstGeom prst="rect">
            <a:avLst/>
          </a:prstGeom>
          <a:noFill/>
        </p:spPr>
        <p:txBody>
          <a:bodyPr wrap="square" rtlCol="0">
            <a:spAutoFit/>
          </a:bodyPr>
          <a:lstStyle/>
          <a:p>
            <a:pPr algn="ctr"/>
            <a:r>
              <a:rPr lang="en-US" sz="1400" dirty="0">
                <a:latin typeface="Rockwell" panose="02060603020205020403" pitchFamily="18" charset="0"/>
              </a:rPr>
              <a:t>Figure 5: (</a:t>
            </a:r>
            <a:r>
              <a:rPr lang="en-US" sz="1400" dirty="0" err="1">
                <a:latin typeface="Rockwell" panose="02060603020205020403" pitchFamily="18" charset="0"/>
              </a:rPr>
              <a:t>i</a:t>
            </a:r>
            <a:r>
              <a:rPr lang="en-US" sz="1400" dirty="0">
                <a:latin typeface="Rockwell" panose="02060603020205020403" pitchFamily="18" charset="0"/>
              </a:rPr>
              <a:t>) Then Robot 𝑟5 again move westwards to place itself on an alternate node of the grid distribution. (ii) A uniform distribution along the grid (𝑔𝑟𝑖𝑑𝑓𝑖𝑛𝑎𝑙.) is formed, with robots on alternate nodes of this grid distribution. </a:t>
            </a:r>
            <a:endParaRPr lang="en-IN" sz="1400" dirty="0">
              <a:latin typeface="Rockwell" panose="02060603020205020403" pitchFamily="18" charset="0"/>
            </a:endParaRPr>
          </a:p>
        </p:txBody>
      </p:sp>
    </p:spTree>
    <p:extLst>
      <p:ext uri="{BB962C8B-B14F-4D97-AF65-F5344CB8AC3E}">
        <p14:creationId xmlns:p14="http://schemas.microsoft.com/office/powerpoint/2010/main" val="1554670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750"/>
                                        <p:tgtEl>
                                          <p:spTgt spid="2"/>
                                        </p:tgtEl>
                                      </p:cBhvr>
                                    </p:animEffect>
                                  </p:childTnLst>
                                </p:cTn>
                              </p:par>
                            </p:childTnLst>
                          </p:cTn>
                        </p:par>
                        <p:par>
                          <p:cTn id="8" fill="hold">
                            <p:stCondLst>
                              <p:cond delay="750"/>
                            </p:stCondLst>
                            <p:childTnLst>
                              <p:par>
                                <p:cTn id="9" presetID="10"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par>
                          <p:cTn id="12" fill="hold">
                            <p:stCondLst>
                              <p:cond delay="1250"/>
                            </p:stCondLst>
                            <p:childTnLst>
                              <p:par>
                                <p:cTn id="13" presetID="10" presetClass="entr" presetSubtype="0"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BF33A-3C39-78E1-BF15-A71C7A297F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38B129-E13D-4FE6-8272-F59B8CC0F4A0}"/>
              </a:ext>
            </a:extLst>
          </p:cNvPr>
          <p:cNvSpPr>
            <a:spLocks noGrp="1"/>
          </p:cNvSpPr>
          <p:nvPr>
            <p:ph type="title"/>
          </p:nvPr>
        </p:nvSpPr>
        <p:spPr>
          <a:xfrm>
            <a:off x="782320" y="1006266"/>
            <a:ext cx="9249954" cy="558799"/>
          </a:xfrm>
        </p:spPr>
        <p:txBody>
          <a:bodyPr>
            <a:noAutofit/>
          </a:bodyPr>
          <a:lstStyle/>
          <a:p>
            <a:r>
              <a:rPr lang="en-IN" sz="2800" b="1" dirty="0">
                <a:solidFill>
                  <a:schemeClr val="tx1"/>
                </a:solidFill>
                <a:latin typeface="Cambria" panose="02040503050406030204" pitchFamily="18" charset="0"/>
                <a:ea typeface="Cambria" panose="02040503050406030204" pitchFamily="18" charset="0"/>
                <a:cs typeface="Arial" panose="020B0604020202020204" pitchFamily="34" charset="0"/>
              </a:rPr>
              <a:t>Algorithms Implementation Mechanics </a:t>
            </a:r>
            <a:endParaRPr lang="en-US" sz="2800" b="1" dirty="0">
              <a:solidFill>
                <a:schemeClr val="tx1"/>
              </a:solidFill>
              <a:latin typeface="Cambria" panose="02040503050406030204" pitchFamily="18" charset="0"/>
              <a:ea typeface="Cambria" panose="02040503050406030204" pitchFamily="18" charset="0"/>
              <a:cs typeface="Arial" panose="020B0604020202020204" pitchFamily="34" charset="0"/>
            </a:endParaRP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A5109CAF-98C5-3B9F-67D1-3A25BE6C8FFA}"/>
                  </a:ext>
                </a:extLst>
              </p:cNvPr>
              <p:cNvSpPr txBox="1"/>
              <p:nvPr/>
            </p:nvSpPr>
            <p:spPr>
              <a:xfrm>
                <a:off x="1279885" y="1867980"/>
                <a:ext cx="9457784" cy="1200329"/>
              </a:xfrm>
              <a:prstGeom prst="rect">
                <a:avLst/>
              </a:prstGeom>
              <a:noFill/>
            </p:spPr>
            <p:txBody>
              <a:bodyPr wrap="square" rtlCol="0">
                <a:spAutoFit/>
              </a:bodyPr>
              <a:lstStyle/>
              <a:p>
                <a:pPr lvl="0"/>
                <a14:m>
                  <m:oMath xmlns:m="http://schemas.openxmlformats.org/officeDocument/2006/math">
                    <m:r>
                      <a:rPr lang="en-IN" b="1" i="1">
                        <a:latin typeface="Cambria Math" panose="02040503050406030204" pitchFamily="18" charset="0"/>
                      </a:rPr>
                      <m:t>𝑭𝒊𝒏𝒅𝒀𝑴𝑨𝑿</m:t>
                    </m:r>
                  </m:oMath>
                </a14:m>
                <a:r>
                  <a:rPr lang="en-IN" dirty="0"/>
                  <a:t> works by assuming the first detected robot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𝑟</m:t>
                        </m:r>
                      </m:e>
                      <m:sub>
                        <m:r>
                          <a:rPr lang="en-IN" i="1">
                            <a:latin typeface="Cambria Math" panose="02040503050406030204" pitchFamily="18" charset="0"/>
                          </a:rPr>
                          <m:t>1</m:t>
                        </m:r>
                      </m:sub>
                    </m:sSub>
                  </m:oMath>
                </a14:m>
                <a:r>
                  <a:rPr lang="en-IN" dirty="0"/>
                  <a:t>) defines the initial northern boundary. A counter variable</a:t>
                </a:r>
                <a14:m>
                  <m:oMath xmlns:m="http://schemas.openxmlformats.org/officeDocument/2006/math">
                    <m:r>
                      <a:rPr lang="en-IN" i="1">
                        <a:latin typeface="Cambria Math" panose="02040503050406030204" pitchFamily="18" charset="0"/>
                      </a:rPr>
                      <m:t> </m:t>
                    </m:r>
                    <m:r>
                      <a:rPr lang="en-IN" i="1">
                        <a:latin typeface="Cambria Math" panose="02040503050406030204" pitchFamily="18" charset="0"/>
                      </a:rPr>
                      <m:t>𝑐</m:t>
                    </m:r>
                  </m:oMath>
                </a14:m>
                <a:r>
                  <a:rPr lang="en-IN" dirty="0"/>
                  <a:t> initialized to 2 increments through the swarm array, evaluating the Y-coordinate of each subsequent robot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𝑟</m:t>
                        </m:r>
                      </m:e>
                      <m:sub>
                        <m:r>
                          <a:rPr lang="en-IN" i="1">
                            <a:latin typeface="Cambria Math" panose="02040503050406030204" pitchFamily="18" charset="0"/>
                          </a:rPr>
                          <m:t>𝑐</m:t>
                        </m:r>
                      </m:sub>
                    </m:sSub>
                  </m:oMath>
                </a14:m>
                <a:r>
                  <a:rPr lang="en-IN" dirty="0"/>
                  <a:t>. If the condition </a:t>
                </a:r>
                <a14:m>
                  <m:oMath xmlns:m="http://schemas.openxmlformats.org/officeDocument/2006/math">
                    <m:r>
                      <a:rPr lang="en-IN" i="1">
                        <a:latin typeface="Cambria Math" panose="02040503050406030204" pitchFamily="18" charset="0"/>
                      </a:rPr>
                      <m:t>𝑌</m:t>
                    </m:r>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𝑟</m:t>
                        </m:r>
                      </m:e>
                      <m:sub>
                        <m:r>
                          <a:rPr lang="en-IN" i="1">
                            <a:latin typeface="Cambria Math" panose="02040503050406030204" pitchFamily="18" charset="0"/>
                          </a:rPr>
                          <m:t>𝑐</m:t>
                        </m:r>
                      </m:sub>
                    </m:sSub>
                    <m:r>
                      <a:rPr lang="en-IN" i="1">
                        <a:latin typeface="Cambria Math" panose="02040503050406030204" pitchFamily="18" charset="0"/>
                      </a:rPr>
                      <m:t>) &gt; </m:t>
                    </m:r>
                    <m:sSub>
                      <m:sSubPr>
                        <m:ctrlPr>
                          <a:rPr lang="en-IN" i="1">
                            <a:latin typeface="Cambria Math" panose="02040503050406030204" pitchFamily="18" charset="0"/>
                          </a:rPr>
                        </m:ctrlPr>
                      </m:sSubPr>
                      <m:e>
                        <m:r>
                          <a:rPr lang="en-IN" i="1">
                            <a:latin typeface="Cambria Math" panose="02040503050406030204" pitchFamily="18" charset="0"/>
                          </a:rPr>
                          <m:t>𝑌</m:t>
                        </m:r>
                      </m:e>
                      <m:sub>
                        <m:r>
                          <a:rPr lang="en-IN" i="1">
                            <a:latin typeface="Cambria Math" panose="02040503050406030204" pitchFamily="18" charset="0"/>
                          </a:rPr>
                          <m:t>𝑀𝐴𝑋</m:t>
                        </m:r>
                      </m:sub>
                    </m:sSub>
                    <m:r>
                      <a:rPr lang="en-IN" i="1">
                        <a:latin typeface="Cambria Math" panose="02040503050406030204" pitchFamily="18" charset="0"/>
                      </a:rPr>
                      <m:t> </m:t>
                    </m:r>
                  </m:oMath>
                </a14:m>
                <a:r>
                  <a:rPr lang="en-IN" dirty="0"/>
                  <a:t>evaluates to true, the upper boundary updates instantly.</a:t>
                </a:r>
              </a:p>
            </p:txBody>
          </p:sp>
        </mc:Choice>
        <mc:Fallback xmlns="">
          <p:sp>
            <p:nvSpPr>
              <p:cNvPr id="25" name="TextBox 24">
                <a:extLst>
                  <a:ext uri="{FF2B5EF4-FFF2-40B4-BE49-F238E27FC236}">
                    <a16:creationId xmlns:a16="http://schemas.microsoft.com/office/drawing/2014/main" id="{A5109CAF-98C5-3B9F-67D1-3A25BE6C8FFA}"/>
                  </a:ext>
                </a:extLst>
              </p:cNvPr>
              <p:cNvSpPr txBox="1">
                <a:spLocks noRot="1" noChangeAspect="1" noMove="1" noResize="1" noEditPoints="1" noAdjustHandles="1" noChangeArrowheads="1" noChangeShapeType="1" noTextEdit="1"/>
              </p:cNvSpPr>
              <p:nvPr/>
            </p:nvSpPr>
            <p:spPr>
              <a:xfrm>
                <a:off x="1279885" y="1867980"/>
                <a:ext cx="9457784" cy="1200329"/>
              </a:xfrm>
              <a:prstGeom prst="rect">
                <a:avLst/>
              </a:prstGeom>
              <a:blipFill>
                <a:blip r:embed="rId2"/>
                <a:stretch>
                  <a:fillRect l="-580" t="-2538" r="-129" b="-7107"/>
                </a:stretch>
              </a:blipFill>
            </p:spPr>
            <p:txBody>
              <a:bodyPr/>
              <a:lstStyle/>
              <a:p>
                <a:r>
                  <a:rPr lang="en-IN">
                    <a:noFill/>
                  </a:rPr>
                  <a:t> </a:t>
                </a:r>
              </a:p>
            </p:txBody>
          </p:sp>
        </mc:Fallback>
      </mc:AlternateContent>
      <p:pic>
        <p:nvPicPr>
          <p:cNvPr id="3" name="Picture 2">
            <a:extLst>
              <a:ext uri="{FF2B5EF4-FFF2-40B4-BE49-F238E27FC236}">
                <a16:creationId xmlns:a16="http://schemas.microsoft.com/office/drawing/2014/main" id="{A0C2DD98-3E44-1B0E-49B6-598E6C0D8839}"/>
              </a:ext>
            </a:extLst>
          </p:cNvPr>
          <p:cNvPicPr>
            <a:picLocks noChangeAspect="1"/>
          </p:cNvPicPr>
          <p:nvPr/>
        </p:nvPicPr>
        <p:blipFill>
          <a:blip r:embed="rId3"/>
          <a:stretch>
            <a:fillRect/>
          </a:stretch>
        </p:blipFill>
        <p:spPr>
          <a:xfrm>
            <a:off x="3446419" y="3059601"/>
            <a:ext cx="5192484" cy="703198"/>
          </a:xfrm>
          <a:prstGeom prst="rect">
            <a:avLst/>
          </a:prstGeom>
          <a:ln>
            <a:solidFill>
              <a:schemeClr val="tx1">
                <a:lumMod val="50000"/>
                <a:lumOff val="50000"/>
              </a:schemeClr>
            </a:solidFill>
          </a:ln>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D20CDA0-2683-6AC2-E9DF-8872F2A57C22}"/>
                  </a:ext>
                </a:extLst>
              </p:cNvPr>
              <p:cNvSpPr txBox="1"/>
              <p:nvPr/>
            </p:nvSpPr>
            <p:spPr>
              <a:xfrm>
                <a:off x="1179735" y="3944976"/>
                <a:ext cx="9557933" cy="1200329"/>
              </a:xfrm>
              <a:prstGeom prst="rect">
                <a:avLst/>
              </a:prstGeom>
              <a:noFill/>
            </p:spPr>
            <p:txBody>
              <a:bodyPr wrap="square" rtlCol="0">
                <a:spAutoFit/>
              </a:bodyPr>
              <a:lstStyle/>
              <a:p>
                <a:pPr lvl="0"/>
                <a14:m>
                  <m:oMath xmlns:m="http://schemas.openxmlformats.org/officeDocument/2006/math">
                    <m:r>
                      <a:rPr lang="en-IN" b="1" i="1">
                        <a:latin typeface="Cambria Math" panose="02040503050406030204" pitchFamily="18" charset="0"/>
                      </a:rPr>
                      <m:t>𝑭𝒊𝒏𝒅𝑿𝑴𝑰𝑵</m:t>
                    </m:r>
                  </m:oMath>
                </a14:m>
                <a:r>
                  <a:rPr lang="en-IN" dirty="0"/>
                  <a:t> runs a parallel structural logic, evaluating whether </a:t>
                </a:r>
                <a14:m>
                  <m:oMath xmlns:m="http://schemas.openxmlformats.org/officeDocument/2006/math">
                    <m:r>
                      <a:rPr lang="en-IN" i="1">
                        <a:latin typeface="Cambria Math" panose="02040503050406030204" pitchFamily="18" charset="0"/>
                      </a:rPr>
                      <m:t>𝑋</m:t>
                    </m:r>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𝑟</m:t>
                        </m:r>
                      </m:e>
                      <m:sub>
                        <m:r>
                          <a:rPr lang="en-IN" i="1">
                            <a:latin typeface="Cambria Math" panose="02040503050406030204" pitchFamily="18" charset="0"/>
                          </a:rPr>
                          <m:t>𝑐</m:t>
                        </m:r>
                      </m:sub>
                    </m:sSub>
                    <m:r>
                      <a:rPr lang="en-IN" i="1">
                        <a:latin typeface="Cambria Math" panose="02040503050406030204" pitchFamily="18" charset="0"/>
                      </a:rPr>
                      <m:t>) &lt; </m:t>
                    </m:r>
                    <m:sSub>
                      <m:sSubPr>
                        <m:ctrlPr>
                          <a:rPr lang="en-IN" i="1">
                            <a:latin typeface="Cambria Math" panose="02040503050406030204" pitchFamily="18" charset="0"/>
                          </a:rPr>
                        </m:ctrlPr>
                      </m:sSubPr>
                      <m:e>
                        <m:r>
                          <a:rPr lang="en-IN" i="1">
                            <a:latin typeface="Cambria Math" panose="02040503050406030204" pitchFamily="18" charset="0"/>
                          </a:rPr>
                          <m:t>𝑋</m:t>
                        </m:r>
                      </m:e>
                      <m:sub>
                        <m:r>
                          <a:rPr lang="en-IN" i="1">
                            <a:latin typeface="Cambria Math" panose="02040503050406030204" pitchFamily="18" charset="0"/>
                          </a:rPr>
                          <m:t>𝑀𝐼𝑁</m:t>
                        </m:r>
                      </m:sub>
                    </m:sSub>
                  </m:oMath>
                </a14:m>
                <a:r>
                  <a:rPr lang="en-IN" dirty="0"/>
                  <a:t> to lock in the westernmost edge. Because these bounds are calculated at the beginning of every single cycle, any physical movement by the boundary defining robots shifts the reference frame dynamically for the next iteration, making the algorithm entirely self-correcting.</a:t>
                </a:r>
              </a:p>
            </p:txBody>
          </p:sp>
        </mc:Choice>
        <mc:Fallback xmlns="">
          <p:sp>
            <p:nvSpPr>
              <p:cNvPr id="4" name="TextBox 3">
                <a:extLst>
                  <a:ext uri="{FF2B5EF4-FFF2-40B4-BE49-F238E27FC236}">
                    <a16:creationId xmlns:a16="http://schemas.microsoft.com/office/drawing/2014/main" id="{6D20CDA0-2683-6AC2-E9DF-8872F2A57C22}"/>
                  </a:ext>
                </a:extLst>
              </p:cNvPr>
              <p:cNvSpPr txBox="1">
                <a:spLocks noRot="1" noChangeAspect="1" noMove="1" noResize="1" noEditPoints="1" noAdjustHandles="1" noChangeArrowheads="1" noChangeShapeType="1" noTextEdit="1"/>
              </p:cNvSpPr>
              <p:nvPr/>
            </p:nvSpPr>
            <p:spPr>
              <a:xfrm>
                <a:off x="1179735" y="3944976"/>
                <a:ext cx="9557933" cy="1200329"/>
              </a:xfrm>
              <a:prstGeom prst="rect">
                <a:avLst/>
              </a:prstGeom>
              <a:blipFill>
                <a:blip r:embed="rId4"/>
                <a:stretch>
                  <a:fillRect l="-574" t="-2538" r="-1021" b="-7107"/>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03DC024C-DA25-6D90-6233-381390A5667C}"/>
              </a:ext>
            </a:extLst>
          </p:cNvPr>
          <p:cNvPicPr>
            <a:picLocks/>
          </p:cNvPicPr>
          <p:nvPr/>
        </p:nvPicPr>
        <p:blipFill>
          <a:blip r:embed="rId5"/>
          <a:stretch>
            <a:fillRect/>
          </a:stretch>
        </p:blipFill>
        <p:spPr>
          <a:xfrm>
            <a:off x="3645667" y="5299878"/>
            <a:ext cx="4888730" cy="669840"/>
          </a:xfrm>
          <a:prstGeom prst="rect">
            <a:avLst/>
          </a:prstGeom>
          <a:ln>
            <a:solidFill>
              <a:schemeClr val="tx1">
                <a:lumMod val="50000"/>
                <a:lumOff val="50000"/>
              </a:schemeClr>
            </a:solidFill>
          </a:ln>
        </p:spPr>
      </p:pic>
    </p:spTree>
    <p:extLst>
      <p:ext uri="{BB962C8B-B14F-4D97-AF65-F5344CB8AC3E}">
        <p14:creationId xmlns:p14="http://schemas.microsoft.com/office/powerpoint/2010/main" val="3382807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750"/>
                                        <p:tgtEl>
                                          <p:spTgt spid="2"/>
                                        </p:tgtEl>
                                      </p:cBhvr>
                                    </p:animEffect>
                                  </p:childTnLst>
                                </p:cTn>
                              </p:par>
                            </p:childTnLst>
                          </p:cTn>
                        </p:par>
                        <p:par>
                          <p:cTn id="8" fill="hold">
                            <p:stCondLst>
                              <p:cond delay="750"/>
                            </p:stCondLst>
                            <p:childTnLst>
                              <p:par>
                                <p:cTn id="9" presetID="10" presetClass="entr" presetSubtype="0"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500"/>
                                        <p:tgtEl>
                                          <p:spTgt spid="25"/>
                                        </p:tgtEl>
                                      </p:cBhvr>
                                    </p:animEffect>
                                  </p:childTnLst>
                                </p:cTn>
                              </p:par>
                            </p:childTnLst>
                          </p:cTn>
                        </p:par>
                        <p:par>
                          <p:cTn id="12" fill="hold">
                            <p:stCondLst>
                              <p:cond delay="1250"/>
                            </p:stCondLst>
                            <p:childTnLst>
                              <p:par>
                                <p:cTn id="13" presetID="10" presetClass="entr" presetSubtype="0"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par>
                          <p:cTn id="16" fill="hold">
                            <p:stCondLst>
                              <p:cond delay="1750"/>
                            </p:stCondLst>
                            <p:childTnLst>
                              <p:par>
                                <p:cTn id="17" presetID="10" presetClass="entr" presetSubtype="0" fill="hold" grpId="0"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par>
                          <p:cTn id="20" fill="hold">
                            <p:stCondLst>
                              <p:cond delay="2250"/>
                            </p:stCondLst>
                            <p:childTnLst>
                              <p:par>
                                <p:cTn id="21" presetID="10"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5" grpId="0"/>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70CCE-11D2-26EA-C041-68671753D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6C7C79-EC0F-1F37-149F-381EF20536D4}"/>
              </a:ext>
            </a:extLst>
          </p:cNvPr>
          <p:cNvSpPr>
            <a:spLocks noGrp="1"/>
          </p:cNvSpPr>
          <p:nvPr>
            <p:ph type="title"/>
          </p:nvPr>
        </p:nvSpPr>
        <p:spPr>
          <a:xfrm>
            <a:off x="782320" y="1006266"/>
            <a:ext cx="9249954" cy="558799"/>
          </a:xfrm>
        </p:spPr>
        <p:txBody>
          <a:bodyPr>
            <a:noAutofit/>
          </a:bodyPr>
          <a:lstStyle/>
          <a:p>
            <a:r>
              <a:rPr lang="en-IN" sz="2800" b="1" dirty="0">
                <a:solidFill>
                  <a:schemeClr val="tx1"/>
                </a:solidFill>
                <a:latin typeface="Cambria" panose="02040503050406030204" pitchFamily="18" charset="0"/>
                <a:ea typeface="Cambria" panose="02040503050406030204" pitchFamily="18" charset="0"/>
                <a:cs typeface="Arial" panose="020B0604020202020204" pitchFamily="34" charset="0"/>
              </a:rPr>
              <a:t>Algorithms Implementation Mechanics </a:t>
            </a:r>
            <a:endParaRPr lang="en-US" sz="2800" b="1" dirty="0">
              <a:solidFill>
                <a:schemeClr val="tx1"/>
              </a:solidFill>
              <a:latin typeface="Cambria" panose="02040503050406030204" pitchFamily="18" charset="0"/>
              <a:ea typeface="Cambria" panose="02040503050406030204" pitchFamily="18" charset="0"/>
              <a:cs typeface="Arial" panose="020B0604020202020204" pitchFamily="34" charset="0"/>
            </a:endParaRP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1D32A86-0945-FA49-FD64-76DB1B4DB7A1}"/>
                  </a:ext>
                </a:extLst>
              </p:cNvPr>
              <p:cNvSpPr txBox="1"/>
              <p:nvPr/>
            </p:nvSpPr>
            <p:spPr>
              <a:xfrm>
                <a:off x="983780" y="1894107"/>
                <a:ext cx="9945470" cy="1789977"/>
              </a:xfrm>
              <a:prstGeom prst="rect">
                <a:avLst/>
              </a:prstGeom>
              <a:noFill/>
            </p:spPr>
            <p:txBody>
              <a:bodyPr wrap="square" rtlCol="0">
                <a:spAutoFit/>
              </a:bodyPr>
              <a:lstStyle/>
              <a:p>
                <a:r>
                  <a:rPr lang="en-IN" dirty="0"/>
                  <a:t>Once the edge bounds are established, the system calls </a:t>
                </a:r>
                <a14:m>
                  <m:oMath xmlns:m="http://schemas.openxmlformats.org/officeDocument/2006/math">
                    <m:r>
                      <a:rPr lang="en-IN" b="1" i="1">
                        <a:latin typeface="Cambria Math" panose="02040503050406030204" pitchFamily="18" charset="0"/>
                      </a:rPr>
                      <m:t>𝑭𝒊𝒏𝒅𝑫𝒊𝒎𝒆𝒏𝒔𝒊𝒐𝒏</m:t>
                    </m:r>
                  </m:oMath>
                </a14:m>
                <a:r>
                  <a:rPr lang="en-IN" dirty="0"/>
                  <a:t> to calculate the structural parameters of the target matrix. The routine uses a ceiling square root function (</a:t>
                </a:r>
                <a14:m>
                  <m:oMath xmlns:m="http://schemas.openxmlformats.org/officeDocument/2006/math">
                    <m:d>
                      <m:dPr>
                        <m:begChr m:val="⌈"/>
                        <m:endChr m:val="⌉"/>
                        <m:ctrlPr>
                          <a:rPr lang="en-IN" i="1">
                            <a:latin typeface="Cambria Math" panose="02040503050406030204" pitchFamily="18" charset="0"/>
                          </a:rPr>
                        </m:ctrlPr>
                      </m:dPr>
                      <m:e>
                        <m:rad>
                          <m:radPr>
                            <m:degHide m:val="on"/>
                            <m:ctrlPr>
                              <a:rPr lang="en-IN" i="1">
                                <a:latin typeface="Cambria Math" panose="02040503050406030204" pitchFamily="18" charset="0"/>
                              </a:rPr>
                            </m:ctrlPr>
                          </m:radPr>
                          <m:deg/>
                          <m:e>
                            <m:r>
                              <a:rPr lang="en-IN" i="1">
                                <a:latin typeface="Cambria Math" panose="02040503050406030204" pitchFamily="18" charset="0"/>
                              </a:rPr>
                              <m:t>𝑛</m:t>
                            </m:r>
                          </m:e>
                        </m:rad>
                        <m:r>
                          <a:rPr lang="en-IN" i="1">
                            <a:latin typeface="Cambria Math" panose="02040503050406030204" pitchFamily="18" charset="0"/>
                          </a:rPr>
                          <m:t> </m:t>
                        </m:r>
                      </m:e>
                    </m:d>
                  </m:oMath>
                </a14:m>
                <a:r>
                  <a:rPr lang="en-IN" dirty="0"/>
                  <a:t>) to determine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𝑟</m:t>
                        </m:r>
                      </m:e>
                      <m:sub>
                        <m:r>
                          <a:rPr lang="en-IN" i="1">
                            <a:latin typeface="Cambria Math" panose="02040503050406030204" pitchFamily="18" charset="0"/>
                          </a:rPr>
                          <m:t>𝑐</m:t>
                        </m:r>
                      </m:sub>
                    </m:sSub>
                    <m:r>
                      <a:rPr lang="en-IN" i="1">
                        <a:latin typeface="Cambria Math" panose="02040503050406030204" pitchFamily="18" charset="0"/>
                      </a:rPr>
                      <m:t> </m:t>
                    </m:r>
                  </m:oMath>
                </a14:m>
                <a:r>
                  <a:rPr lang="en-IN" dirty="0"/>
                  <a:t>, which dictates the maximum capacity of robots allowed per row or column. To translate this into an interleaved grid footprint where alternate paths are kept vacant, the routine outputs the absolute distribution depth </a:t>
                </a:r>
                <a14:m>
                  <m:oMath xmlns:m="http://schemas.openxmlformats.org/officeDocument/2006/math">
                    <m:r>
                      <a:rPr lang="en-IN" i="1">
                        <a:latin typeface="Cambria Math" panose="02040503050406030204" pitchFamily="18" charset="0"/>
                      </a:rPr>
                      <m:t>𝑑</m:t>
                    </m:r>
                  </m:oMath>
                </a14:m>
                <a:r>
                  <a:rPr lang="en-IN" dirty="0"/>
                  <a:t> via the formula </a:t>
                </a:r>
                <a14:m>
                  <m:oMath xmlns:m="http://schemas.openxmlformats.org/officeDocument/2006/math">
                    <m:r>
                      <a:rPr lang="en-IN" i="1">
                        <a:latin typeface="Cambria Math" panose="02040503050406030204" pitchFamily="18" charset="0"/>
                      </a:rPr>
                      <m:t>𝑑</m:t>
                    </m:r>
                    <m:r>
                      <a:rPr lang="en-IN" i="1">
                        <a:latin typeface="Cambria Math" panose="02040503050406030204" pitchFamily="18" charset="0"/>
                      </a:rPr>
                      <m:t>=</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𝑟</m:t>
                            </m:r>
                          </m:e>
                          <m:sub>
                            <m:r>
                              <a:rPr lang="en-IN" i="1">
                                <a:latin typeface="Cambria Math" panose="02040503050406030204" pitchFamily="18" charset="0"/>
                              </a:rPr>
                              <m:t>𝑐</m:t>
                            </m:r>
                          </m:sub>
                        </m:sSub>
                        <m:r>
                          <a:rPr lang="en-IN" i="1">
                            <a:latin typeface="Cambria Math" panose="02040503050406030204" pitchFamily="18" charset="0"/>
                          </a:rPr>
                          <m:t>×2</m:t>
                        </m:r>
                      </m:e>
                    </m:d>
                    <m:r>
                      <a:rPr lang="en-IN" i="1">
                        <a:latin typeface="Cambria Math" panose="02040503050406030204" pitchFamily="18" charset="0"/>
                      </a:rPr>
                      <m:t>−1</m:t>
                    </m:r>
                  </m:oMath>
                </a14:m>
                <a:r>
                  <a:rPr lang="en-IN" dirty="0"/>
                  <a:t>. This mathematical step ensures that the scale of the destination grid is perfectly proportional to the swarm population </a:t>
                </a:r>
                <a14:m>
                  <m:oMath xmlns:m="http://schemas.openxmlformats.org/officeDocument/2006/math">
                    <m:r>
                      <a:rPr lang="en-IN" i="1">
                        <a:latin typeface="Cambria Math" panose="02040503050406030204" pitchFamily="18" charset="0"/>
                      </a:rPr>
                      <m:t>𝑛</m:t>
                    </m:r>
                  </m:oMath>
                </a14:m>
                <a:r>
                  <a:rPr lang="en-IN" dirty="0"/>
                  <a:t>, completely preventing grid saturation.</a:t>
                </a:r>
              </a:p>
            </p:txBody>
          </p:sp>
        </mc:Choice>
        <mc:Fallback xmlns="">
          <p:sp>
            <p:nvSpPr>
              <p:cNvPr id="25" name="TextBox 24">
                <a:extLst>
                  <a:ext uri="{FF2B5EF4-FFF2-40B4-BE49-F238E27FC236}">
                    <a16:creationId xmlns:a16="http://schemas.microsoft.com/office/drawing/2014/main" id="{61D32A86-0945-FA49-FD64-76DB1B4DB7A1}"/>
                  </a:ext>
                </a:extLst>
              </p:cNvPr>
              <p:cNvSpPr txBox="1">
                <a:spLocks noRot="1" noChangeAspect="1" noMove="1" noResize="1" noEditPoints="1" noAdjustHandles="1" noChangeArrowheads="1" noChangeShapeType="1" noTextEdit="1"/>
              </p:cNvSpPr>
              <p:nvPr/>
            </p:nvSpPr>
            <p:spPr>
              <a:xfrm>
                <a:off x="983780" y="1894107"/>
                <a:ext cx="9945470" cy="1789977"/>
              </a:xfrm>
              <a:prstGeom prst="rect">
                <a:avLst/>
              </a:prstGeom>
              <a:blipFill>
                <a:blip r:embed="rId2"/>
                <a:stretch>
                  <a:fillRect l="-490" t="-2048" r="-245" b="-4778"/>
                </a:stretch>
              </a:blipFill>
            </p:spPr>
            <p:txBody>
              <a:bodyPr/>
              <a:lstStyle/>
              <a:p>
                <a:r>
                  <a:rPr lang="en-IN">
                    <a:noFill/>
                  </a:rPr>
                  <a:t> </a:t>
                </a:r>
              </a:p>
            </p:txBody>
          </p:sp>
        </mc:Fallback>
      </mc:AlternateContent>
      <p:pic>
        <p:nvPicPr>
          <p:cNvPr id="3" name="Picture 2">
            <a:extLst>
              <a:ext uri="{FF2B5EF4-FFF2-40B4-BE49-F238E27FC236}">
                <a16:creationId xmlns:a16="http://schemas.microsoft.com/office/drawing/2014/main" id="{EC33EF0A-B10F-F50C-9C1E-B5C438C3643A}"/>
              </a:ext>
            </a:extLst>
          </p:cNvPr>
          <p:cNvPicPr>
            <a:picLocks noChangeAspect="1"/>
          </p:cNvPicPr>
          <p:nvPr/>
        </p:nvPicPr>
        <p:blipFill rotWithShape="1">
          <a:blip r:embed="rId3"/>
          <a:srcRect r="5217"/>
          <a:stretch>
            <a:fillRect/>
          </a:stretch>
        </p:blipFill>
        <p:spPr bwMode="auto">
          <a:xfrm>
            <a:off x="2928426" y="4013126"/>
            <a:ext cx="6335147" cy="1313770"/>
          </a:xfrm>
          <a:prstGeom prst="rect">
            <a:avLst/>
          </a:prstGeom>
          <a:ln>
            <a:solidFill>
              <a:schemeClr val="tx1">
                <a:lumMod val="50000"/>
                <a:lumOff val="50000"/>
              </a:schemeClr>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70028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750"/>
                                        <p:tgtEl>
                                          <p:spTgt spid="2"/>
                                        </p:tgtEl>
                                      </p:cBhvr>
                                    </p:animEffect>
                                  </p:childTnLst>
                                </p:cTn>
                              </p:par>
                            </p:childTnLst>
                          </p:cTn>
                        </p:par>
                        <p:par>
                          <p:cTn id="8" fill="hold">
                            <p:stCondLst>
                              <p:cond delay="750"/>
                            </p:stCondLst>
                            <p:childTnLst>
                              <p:par>
                                <p:cTn id="9" presetID="10" presetClass="entr" presetSubtype="0"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500"/>
                                        <p:tgtEl>
                                          <p:spTgt spid="25"/>
                                        </p:tgtEl>
                                      </p:cBhvr>
                                    </p:animEffect>
                                  </p:childTnLst>
                                </p:cTn>
                              </p:par>
                            </p:childTnLst>
                          </p:cTn>
                        </p:par>
                        <p:par>
                          <p:cTn id="12" fill="hold">
                            <p:stCondLst>
                              <p:cond delay="1250"/>
                            </p:stCondLst>
                            <p:childTnLst>
                              <p:par>
                                <p:cTn id="13" presetID="10" presetClass="entr" presetSubtype="0"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2CE9F-682F-F4A5-4087-1F8C21CA58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593D93-BA7C-CCAD-74E8-340A3FA906EC}"/>
              </a:ext>
            </a:extLst>
          </p:cNvPr>
          <p:cNvSpPr>
            <a:spLocks noGrp="1"/>
          </p:cNvSpPr>
          <p:nvPr>
            <p:ph type="title"/>
          </p:nvPr>
        </p:nvSpPr>
        <p:spPr>
          <a:xfrm>
            <a:off x="782320" y="1006266"/>
            <a:ext cx="9249954" cy="558799"/>
          </a:xfrm>
        </p:spPr>
        <p:txBody>
          <a:bodyPr>
            <a:noAutofit/>
          </a:bodyPr>
          <a:lstStyle/>
          <a:p>
            <a:r>
              <a:rPr lang="en-IN" sz="2800" b="1" dirty="0">
                <a:solidFill>
                  <a:schemeClr val="tx1"/>
                </a:solidFill>
                <a:latin typeface="Cambria" panose="02040503050406030204" pitchFamily="18" charset="0"/>
                <a:ea typeface="Cambria" panose="02040503050406030204" pitchFamily="18" charset="0"/>
                <a:cs typeface="Arial" panose="020B0604020202020204" pitchFamily="34" charset="0"/>
              </a:rPr>
              <a:t>Algorithms Implementation Mechanics </a:t>
            </a:r>
            <a:endParaRPr lang="en-US" sz="2800" b="1" dirty="0">
              <a:solidFill>
                <a:schemeClr val="tx1"/>
              </a:solidFill>
              <a:latin typeface="Cambria" panose="02040503050406030204" pitchFamily="18" charset="0"/>
              <a:ea typeface="Cambria" panose="02040503050406030204" pitchFamily="18" charset="0"/>
              <a:cs typeface="Arial" panose="020B0604020202020204" pitchFamily="34" charset="0"/>
            </a:endParaRP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DED1102F-71D4-AD15-B477-8F3407DDC95B}"/>
                  </a:ext>
                </a:extLst>
              </p:cNvPr>
              <p:cNvSpPr txBox="1"/>
              <p:nvPr/>
            </p:nvSpPr>
            <p:spPr>
              <a:xfrm>
                <a:off x="1262466" y="1833144"/>
                <a:ext cx="9631955" cy="1200329"/>
              </a:xfrm>
              <a:prstGeom prst="rect">
                <a:avLst/>
              </a:prstGeom>
              <a:noFill/>
            </p:spPr>
            <p:txBody>
              <a:bodyPr wrap="square" rtlCol="0">
                <a:spAutoFit/>
              </a:bodyPr>
              <a:lstStyle/>
              <a:p>
                <a:pPr lvl="0"/>
                <a14:m>
                  <m:oMath xmlns:m="http://schemas.openxmlformats.org/officeDocument/2006/math">
                    <m:r>
                      <a:rPr lang="en-IN" b="1" i="1">
                        <a:latin typeface="Cambria Math" panose="02040503050406030204" pitchFamily="18" charset="0"/>
                      </a:rPr>
                      <m:t>𝑪𝒉𝒆𝒄𝒌𝑿𝑮𝒂𝒑</m:t>
                    </m:r>
                  </m:oMath>
                </a14:m>
                <a:r>
                  <a:rPr lang="en-IN" dirty="0"/>
                  <a:t> acts as a local alignment filter. It extracts the X-axis coordinate maps for each active row array, sorts them in ascending order, and uses an iterative loop to check the step differences between adjacent elements </a:t>
                </a:r>
                <a14:m>
                  <m:oMath xmlns:m="http://schemas.openxmlformats.org/officeDocument/2006/math">
                    <m:r>
                      <a:rPr lang="en-IN" i="1">
                        <a:latin typeface="Cambria Math" panose="02040503050406030204" pitchFamily="18" charset="0"/>
                      </a:rPr>
                      <m:t>(</m:t>
                    </m:r>
                    <m:r>
                      <a:rPr lang="en-IN" i="1">
                        <a:latin typeface="Cambria Math" panose="02040503050406030204" pitchFamily="18" charset="0"/>
                      </a:rPr>
                      <m:t>𝑥𝑠</m:t>
                    </m:r>
                    <m:r>
                      <a:rPr lang="en-IN" i="1">
                        <a:latin typeface="Cambria Math" panose="02040503050406030204" pitchFamily="18" charset="0"/>
                      </a:rPr>
                      <m:t>[</m:t>
                    </m:r>
                    <m:r>
                      <a:rPr lang="en-IN" i="1">
                        <a:latin typeface="Cambria Math" panose="02040503050406030204" pitchFamily="18" charset="0"/>
                      </a:rPr>
                      <m:t>𝑖</m:t>
                    </m:r>
                    <m:r>
                      <a:rPr lang="en-IN" i="1">
                        <a:latin typeface="Cambria Math" panose="02040503050406030204" pitchFamily="18" charset="0"/>
                      </a:rPr>
                      <m:t>] − </m:t>
                    </m:r>
                    <m:r>
                      <a:rPr lang="en-IN" i="1">
                        <a:latin typeface="Cambria Math" panose="02040503050406030204" pitchFamily="18" charset="0"/>
                      </a:rPr>
                      <m:t>𝑥𝑠</m:t>
                    </m:r>
                    <m:r>
                      <a:rPr lang="en-IN" i="1">
                        <a:latin typeface="Cambria Math" panose="02040503050406030204" pitchFamily="18" charset="0"/>
                      </a:rPr>
                      <m:t>[</m:t>
                    </m:r>
                    <m:r>
                      <a:rPr lang="en-IN" i="1">
                        <a:latin typeface="Cambria Math" panose="02040503050406030204" pitchFamily="18" charset="0"/>
                      </a:rPr>
                      <m:t>𝑖</m:t>
                    </m:r>
                    <m:r>
                      <a:rPr lang="en-IN" i="1">
                        <a:latin typeface="Cambria Math" panose="02040503050406030204" pitchFamily="18" charset="0"/>
                      </a:rPr>
                      <m:t>−1]).</m:t>
                    </m:r>
                  </m:oMath>
                </a14:m>
                <a:r>
                  <a:rPr lang="en-IN" dirty="0"/>
                  <a:t> If any step size deviates from exactly 2, the function breaks and returns False, keeping the localized alignment phase active.</a:t>
                </a:r>
              </a:p>
            </p:txBody>
          </p:sp>
        </mc:Choice>
        <mc:Fallback xmlns="">
          <p:sp>
            <p:nvSpPr>
              <p:cNvPr id="25" name="TextBox 24">
                <a:extLst>
                  <a:ext uri="{FF2B5EF4-FFF2-40B4-BE49-F238E27FC236}">
                    <a16:creationId xmlns:a16="http://schemas.microsoft.com/office/drawing/2014/main" id="{DED1102F-71D4-AD15-B477-8F3407DDC95B}"/>
                  </a:ext>
                </a:extLst>
              </p:cNvPr>
              <p:cNvSpPr txBox="1">
                <a:spLocks noRot="1" noChangeAspect="1" noMove="1" noResize="1" noEditPoints="1" noAdjustHandles="1" noChangeArrowheads="1" noChangeShapeType="1" noTextEdit="1"/>
              </p:cNvSpPr>
              <p:nvPr/>
            </p:nvSpPr>
            <p:spPr>
              <a:xfrm>
                <a:off x="1262466" y="1833144"/>
                <a:ext cx="9631955" cy="1200329"/>
              </a:xfrm>
              <a:prstGeom prst="rect">
                <a:avLst/>
              </a:prstGeom>
              <a:blipFill>
                <a:blip r:embed="rId2"/>
                <a:stretch>
                  <a:fillRect l="-506" t="-3046" r="-823" b="-7107"/>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D97FD0F3-5177-C1A1-76F4-2A74C8B3DB1C}"/>
              </a:ext>
            </a:extLst>
          </p:cNvPr>
          <p:cNvPicPr>
            <a:picLocks noChangeAspect="1"/>
          </p:cNvPicPr>
          <p:nvPr/>
        </p:nvPicPr>
        <p:blipFill>
          <a:blip r:embed="rId3"/>
          <a:stretch>
            <a:fillRect/>
          </a:stretch>
        </p:blipFill>
        <p:spPr>
          <a:xfrm>
            <a:off x="3509236" y="3318970"/>
            <a:ext cx="4877435" cy="2505075"/>
          </a:xfrm>
          <a:prstGeom prst="rect">
            <a:avLst/>
          </a:prstGeom>
          <a:ln>
            <a:solidFill>
              <a:schemeClr val="tx1">
                <a:lumMod val="50000"/>
                <a:lumOff val="50000"/>
              </a:schemeClr>
            </a:solidFill>
          </a:ln>
        </p:spPr>
      </p:pic>
    </p:spTree>
    <p:extLst>
      <p:ext uri="{BB962C8B-B14F-4D97-AF65-F5344CB8AC3E}">
        <p14:creationId xmlns:p14="http://schemas.microsoft.com/office/powerpoint/2010/main" val="932446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750"/>
                                        <p:tgtEl>
                                          <p:spTgt spid="2"/>
                                        </p:tgtEl>
                                      </p:cBhvr>
                                    </p:animEffect>
                                  </p:childTnLst>
                                </p:cTn>
                              </p:par>
                            </p:childTnLst>
                          </p:cTn>
                        </p:par>
                        <p:par>
                          <p:cTn id="8" fill="hold">
                            <p:stCondLst>
                              <p:cond delay="750"/>
                            </p:stCondLst>
                            <p:childTnLst>
                              <p:par>
                                <p:cTn id="9" presetID="10" presetClass="entr" presetSubtype="0"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500"/>
                                        <p:tgtEl>
                                          <p:spTgt spid="25"/>
                                        </p:tgtEl>
                                      </p:cBhvr>
                                    </p:animEffect>
                                  </p:childTnLst>
                                </p:cTn>
                              </p:par>
                            </p:childTnLst>
                          </p:cTn>
                        </p:par>
                        <p:par>
                          <p:cTn id="12" fill="hold">
                            <p:stCondLst>
                              <p:cond delay="125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D456A-4ACD-D937-752A-670146067A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ED08ED-90CB-1864-7F51-CBD1529CB9BB}"/>
              </a:ext>
            </a:extLst>
          </p:cNvPr>
          <p:cNvSpPr>
            <a:spLocks noGrp="1"/>
          </p:cNvSpPr>
          <p:nvPr>
            <p:ph type="title"/>
          </p:nvPr>
        </p:nvSpPr>
        <p:spPr>
          <a:xfrm>
            <a:off x="782320" y="1006266"/>
            <a:ext cx="9249954" cy="558799"/>
          </a:xfrm>
        </p:spPr>
        <p:txBody>
          <a:bodyPr>
            <a:noAutofit/>
          </a:bodyPr>
          <a:lstStyle/>
          <a:p>
            <a:r>
              <a:rPr lang="en-IN" sz="2800" b="1" dirty="0">
                <a:solidFill>
                  <a:schemeClr val="tx1"/>
                </a:solidFill>
                <a:latin typeface="Cambria" panose="02040503050406030204" pitchFamily="18" charset="0"/>
                <a:ea typeface="Cambria" panose="02040503050406030204" pitchFamily="18" charset="0"/>
                <a:cs typeface="Arial" panose="020B0604020202020204" pitchFamily="34" charset="0"/>
              </a:rPr>
              <a:t>Algorithms Implementation Mechanics </a:t>
            </a:r>
            <a:endParaRPr lang="en-US" sz="2800" b="1" dirty="0">
              <a:solidFill>
                <a:schemeClr val="tx1"/>
              </a:solidFill>
              <a:latin typeface="Cambria" panose="02040503050406030204" pitchFamily="18" charset="0"/>
              <a:ea typeface="Cambria" panose="02040503050406030204" pitchFamily="18" charset="0"/>
              <a:cs typeface="Arial" panose="020B0604020202020204" pitchFamily="34" charset="0"/>
            </a:endParaRP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ADE6ED77-B8F5-7880-A6AB-CE62AA074BFB}"/>
                  </a:ext>
                </a:extLst>
              </p:cNvPr>
              <p:cNvSpPr txBox="1"/>
              <p:nvPr/>
            </p:nvSpPr>
            <p:spPr>
              <a:xfrm>
                <a:off x="835745" y="1702515"/>
                <a:ext cx="9631955" cy="1200329"/>
              </a:xfrm>
              <a:prstGeom prst="rect">
                <a:avLst/>
              </a:prstGeom>
              <a:noFill/>
            </p:spPr>
            <p:txBody>
              <a:bodyPr wrap="square" rtlCol="0">
                <a:spAutoFit/>
              </a:bodyPr>
              <a:lstStyle/>
              <a:p>
                <a:pPr lvl="0"/>
                <a14:m>
                  <m:oMath xmlns:m="http://schemas.openxmlformats.org/officeDocument/2006/math">
                    <m:r>
                      <a:rPr lang="en-IN" b="1" i="1">
                        <a:latin typeface="Cambria Math" panose="02040503050406030204" pitchFamily="18" charset="0"/>
                      </a:rPr>
                      <m:t>𝑰𝒔𝑼𝒏𝒊𝒇𝒐𝒓𝒎𝒍𝒚𝑫𝒊𝒔𝒕𝒓𝒊𝒃𝒖𝒕𝒆𝒅</m:t>
                    </m:r>
                  </m:oMath>
                </a14:m>
                <a:r>
                  <a:rPr lang="en-IN" dirty="0"/>
                  <a:t> functions as the master terminal gate. It tracks agent distribution by comparing some constraints. Execution only stops when these verification modules return a unanimous True state across all active agents. </a:t>
                </a:r>
                <a:r>
                  <a:rPr lang="en-US" dirty="0"/>
                  <a:t>Specifically, the function groups the swarm by logical row indexes and systematically processes the configuration through several check gates.</a:t>
                </a:r>
                <a:endParaRPr lang="en-IN" dirty="0"/>
              </a:p>
            </p:txBody>
          </p:sp>
        </mc:Choice>
        <mc:Fallback xmlns="">
          <p:sp>
            <p:nvSpPr>
              <p:cNvPr id="25" name="TextBox 24">
                <a:extLst>
                  <a:ext uri="{FF2B5EF4-FFF2-40B4-BE49-F238E27FC236}">
                    <a16:creationId xmlns:a16="http://schemas.microsoft.com/office/drawing/2014/main" id="{ADE6ED77-B8F5-7880-A6AB-CE62AA074BFB}"/>
                  </a:ext>
                </a:extLst>
              </p:cNvPr>
              <p:cNvSpPr txBox="1">
                <a:spLocks noRot="1" noChangeAspect="1" noMove="1" noResize="1" noEditPoints="1" noAdjustHandles="1" noChangeArrowheads="1" noChangeShapeType="1" noTextEdit="1"/>
              </p:cNvSpPr>
              <p:nvPr/>
            </p:nvSpPr>
            <p:spPr>
              <a:xfrm>
                <a:off x="835745" y="1702515"/>
                <a:ext cx="9631955" cy="1200329"/>
              </a:xfrm>
              <a:prstGeom prst="rect">
                <a:avLst/>
              </a:prstGeom>
              <a:blipFill>
                <a:blip r:embed="rId2"/>
                <a:stretch>
                  <a:fillRect l="-506" t="-2538" b="-7107"/>
                </a:stretch>
              </a:blipFill>
            </p:spPr>
            <p:txBody>
              <a:bodyPr/>
              <a:lstStyle/>
              <a:p>
                <a:r>
                  <a:rPr lang="en-IN">
                    <a:noFill/>
                  </a:rPr>
                  <a:t> </a:t>
                </a:r>
              </a:p>
            </p:txBody>
          </p:sp>
        </mc:Fallback>
      </mc:AlternateContent>
      <p:pic>
        <p:nvPicPr>
          <p:cNvPr id="3" name="Picture 2">
            <a:extLst>
              <a:ext uri="{FF2B5EF4-FFF2-40B4-BE49-F238E27FC236}">
                <a16:creationId xmlns:a16="http://schemas.microsoft.com/office/drawing/2014/main" id="{E1A9435F-E894-630E-B5EA-7EC89515E18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689" t="6332" r="5714" b="50910"/>
          <a:stretch>
            <a:fillRect/>
          </a:stretch>
        </p:blipFill>
        <p:spPr bwMode="auto">
          <a:xfrm>
            <a:off x="1350029" y="3085732"/>
            <a:ext cx="4034518" cy="3193156"/>
          </a:xfrm>
          <a:prstGeom prst="rect">
            <a:avLst/>
          </a:prstGeom>
          <a:ln>
            <a:solidFill>
              <a:schemeClr val="tx1">
                <a:lumMod val="50000"/>
                <a:lumOff val="50000"/>
              </a:schemeClr>
            </a:solidFill>
          </a:ln>
          <a:extLst>
            <a:ext uri="{53640926-AAD7-44D8-BBD7-CCE9431645EC}">
              <a14:shadowObscured xmlns:a14="http://schemas.microsoft.com/office/drawing/2010/main"/>
            </a:ext>
          </a:extLst>
        </p:spPr>
      </p:pic>
      <p:pic>
        <p:nvPicPr>
          <p:cNvPr id="4" name="Picture 3">
            <a:extLst>
              <a:ext uri="{FF2B5EF4-FFF2-40B4-BE49-F238E27FC236}">
                <a16:creationId xmlns:a16="http://schemas.microsoft.com/office/drawing/2014/main" id="{8E484555-7A9A-EB63-28AA-D25BA9AA4B0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689" t="48952" r="5714" b="3722"/>
          <a:stretch>
            <a:fillRect/>
          </a:stretch>
        </p:blipFill>
        <p:spPr bwMode="auto">
          <a:xfrm>
            <a:off x="5994624" y="3072610"/>
            <a:ext cx="3660052" cy="3206278"/>
          </a:xfrm>
          <a:prstGeom prst="rect">
            <a:avLst/>
          </a:prstGeom>
          <a:ln>
            <a:solidFill>
              <a:schemeClr val="tx1">
                <a:lumMod val="50000"/>
                <a:lumOff val="50000"/>
              </a:schemeClr>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574704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750"/>
                                        <p:tgtEl>
                                          <p:spTgt spid="2"/>
                                        </p:tgtEl>
                                      </p:cBhvr>
                                    </p:animEffect>
                                  </p:childTnLst>
                                </p:cTn>
                              </p:par>
                            </p:childTnLst>
                          </p:cTn>
                        </p:par>
                        <p:par>
                          <p:cTn id="8" fill="hold">
                            <p:stCondLst>
                              <p:cond delay="750"/>
                            </p:stCondLst>
                            <p:childTnLst>
                              <p:par>
                                <p:cTn id="9" presetID="10" presetClass="entr" presetSubtype="0"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500"/>
                                        <p:tgtEl>
                                          <p:spTgt spid="25"/>
                                        </p:tgtEl>
                                      </p:cBhvr>
                                    </p:animEffect>
                                  </p:childTnLst>
                                </p:cTn>
                              </p:par>
                            </p:childTnLst>
                          </p:cTn>
                        </p:par>
                        <p:par>
                          <p:cTn id="12" fill="hold">
                            <p:stCondLst>
                              <p:cond delay="1250"/>
                            </p:stCondLst>
                            <p:childTnLst>
                              <p:par>
                                <p:cTn id="13" presetID="10" presetClass="entr" presetSubtype="0"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par>
                          <p:cTn id="16" fill="hold">
                            <p:stCondLst>
                              <p:cond delay="1750"/>
                            </p:stCondLst>
                            <p:childTnLst>
                              <p:par>
                                <p:cTn id="17" presetID="10"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20E77-B703-6F88-10F1-3B3ACF460737}"/>
              </a:ext>
            </a:extLst>
          </p:cNvPr>
          <p:cNvSpPr>
            <a:spLocks noGrp="1"/>
          </p:cNvSpPr>
          <p:nvPr>
            <p:ph type="title"/>
          </p:nvPr>
        </p:nvSpPr>
        <p:spPr>
          <a:xfrm>
            <a:off x="782319" y="1006266"/>
            <a:ext cx="7961631" cy="558799"/>
          </a:xfrm>
        </p:spPr>
        <p:txBody>
          <a:bodyPr>
            <a:noAutofit/>
          </a:bodyPr>
          <a:lstStyle/>
          <a:p>
            <a:r>
              <a:rPr lang="en-US" b="1" dirty="0">
                <a:solidFill>
                  <a:schemeClr val="tx1"/>
                </a:solidFill>
                <a:latin typeface="Cambria" panose="02040503050406030204" pitchFamily="18" charset="0"/>
                <a:ea typeface="Cambria" panose="02040503050406030204" pitchFamily="18" charset="0"/>
                <a:cs typeface="Arial" panose="020B0604020202020204" pitchFamily="34" charset="0"/>
              </a:rPr>
              <a:t>Simulation</a:t>
            </a:r>
          </a:p>
        </p:txBody>
      </p:sp>
      <p:pic>
        <p:nvPicPr>
          <p:cNvPr id="4" name="Picture 3">
            <a:extLst>
              <a:ext uri="{FF2B5EF4-FFF2-40B4-BE49-F238E27FC236}">
                <a16:creationId xmlns:a16="http://schemas.microsoft.com/office/drawing/2014/main" id="{7853B131-E607-647E-4A60-8BC3EA53C955}"/>
              </a:ext>
            </a:extLst>
          </p:cNvPr>
          <p:cNvPicPr>
            <a:picLocks noChangeAspect="1"/>
          </p:cNvPicPr>
          <p:nvPr/>
        </p:nvPicPr>
        <p:blipFill>
          <a:blip r:embed="rId3"/>
          <a:stretch>
            <a:fillRect/>
          </a:stretch>
        </p:blipFill>
        <p:spPr>
          <a:xfrm>
            <a:off x="6401117" y="896802"/>
            <a:ext cx="4685666" cy="4685666"/>
          </a:xfrm>
          <a:prstGeom prst="rect">
            <a:avLst/>
          </a:prstGeom>
        </p:spPr>
      </p:pic>
      <p:sp>
        <p:nvSpPr>
          <p:cNvPr id="7" name="TextBox 6">
            <a:extLst>
              <a:ext uri="{FF2B5EF4-FFF2-40B4-BE49-F238E27FC236}">
                <a16:creationId xmlns:a16="http://schemas.microsoft.com/office/drawing/2014/main" id="{C22B9372-6D18-1AAD-925D-2042BAAA26F9}"/>
              </a:ext>
            </a:extLst>
          </p:cNvPr>
          <p:cNvSpPr txBox="1"/>
          <p:nvPr/>
        </p:nvSpPr>
        <p:spPr>
          <a:xfrm>
            <a:off x="782319" y="1802058"/>
            <a:ext cx="5313681" cy="3524042"/>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1600" dirty="0">
                <a:latin typeface="Rockwell" panose="02060603020205020403" pitchFamily="18" charset="0"/>
              </a:rPr>
              <a:t>The algorithm was implemented in Python 3.10 and visualized using the Matplotlib library on a 2D grid.</a:t>
            </a:r>
          </a:p>
          <a:p>
            <a:pPr marL="285750" indent="-285750">
              <a:spcAft>
                <a:spcPts val="600"/>
              </a:spcAft>
              <a:buFont typeface="Arial" panose="020B0604020202020204" pitchFamily="34" charset="0"/>
              <a:buChar char="•"/>
            </a:pPr>
            <a:r>
              <a:rPr lang="en-US" sz="1600" dirty="0">
                <a:latin typeface="Rockwell" panose="02060603020205020403" pitchFamily="18" charset="0"/>
              </a:rPr>
              <a:t>Robots were initially placed at random positions. They identified the XMIN and YMAX boundaries and then moved toward the target alternate-node configuration.</a:t>
            </a:r>
          </a:p>
          <a:p>
            <a:pPr marL="285750" indent="-285750">
              <a:spcAft>
                <a:spcPts val="600"/>
              </a:spcAft>
              <a:buFont typeface="Arial" panose="020B0604020202020204" pitchFamily="34" charset="0"/>
              <a:buChar char="•"/>
            </a:pPr>
            <a:r>
              <a:rPr lang="en-US" sz="1600" dirty="0">
                <a:latin typeface="Rockwell" panose="02060603020205020403" pitchFamily="18" charset="0"/>
              </a:rPr>
              <a:t>Collision avoidance was ensured by allowing movement only when the target node was vacant and by following movement rules Ψ₁ – Ψ₅.</a:t>
            </a:r>
          </a:p>
          <a:p>
            <a:pPr marL="285750" indent="-285750">
              <a:spcAft>
                <a:spcPts val="600"/>
              </a:spcAft>
              <a:buFont typeface="Arial" panose="020B0604020202020204" pitchFamily="34" charset="0"/>
              <a:buChar char="•"/>
            </a:pPr>
            <a:r>
              <a:rPr lang="en-US" sz="1600" dirty="0">
                <a:latin typeface="Rockwell" panose="02060603020205020403" pitchFamily="18" charset="0"/>
              </a:rPr>
              <a:t>The simulation showed successful uniform scattering, with robots reaching a stable configuration in approximately 20 execution cycles without collisions or deadlocks.</a:t>
            </a:r>
            <a:endParaRPr lang="en-IN" sz="1600" dirty="0">
              <a:latin typeface="Rockwell" panose="02060603020205020403" pitchFamily="18" charset="0"/>
            </a:endParaRPr>
          </a:p>
        </p:txBody>
      </p:sp>
    </p:spTree>
    <p:extLst>
      <p:ext uri="{BB962C8B-B14F-4D97-AF65-F5344CB8AC3E}">
        <p14:creationId xmlns:p14="http://schemas.microsoft.com/office/powerpoint/2010/main" val="3012516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750"/>
                                        <p:tgtEl>
                                          <p:spTgt spid="2"/>
                                        </p:tgtEl>
                                      </p:cBhvr>
                                    </p:animEffect>
                                  </p:childTnLst>
                                </p:cTn>
                              </p:par>
                            </p:childTnLst>
                          </p:cTn>
                        </p:par>
                        <p:par>
                          <p:cTn id="8" fill="hold">
                            <p:stCondLst>
                              <p:cond delay="750"/>
                            </p:stCondLst>
                            <p:childTnLst>
                              <p:par>
                                <p:cTn id="9" presetID="22"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750"/>
                                        <p:tgtEl>
                                          <p:spTgt spid="7"/>
                                        </p:tgtEl>
                                      </p:cBhvr>
                                    </p:animEffect>
                                  </p:childTnLst>
                                </p:cTn>
                              </p:par>
                            </p:childTnLst>
                          </p:cTn>
                        </p:par>
                        <p:par>
                          <p:cTn id="12" fill="hold">
                            <p:stCondLst>
                              <p:cond delay="1500"/>
                            </p:stCondLst>
                            <p:childTnLst>
                              <p:par>
                                <p:cTn id="13" presetID="10"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E5783-494A-4851-D277-48EC883DA6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F04245-16D9-6EEB-80AA-7321D36C8E65}"/>
              </a:ext>
            </a:extLst>
          </p:cNvPr>
          <p:cNvSpPr>
            <a:spLocks noGrp="1"/>
          </p:cNvSpPr>
          <p:nvPr>
            <p:ph type="title"/>
          </p:nvPr>
        </p:nvSpPr>
        <p:spPr>
          <a:xfrm>
            <a:off x="782320" y="1034841"/>
            <a:ext cx="4532630" cy="558799"/>
          </a:xfrm>
        </p:spPr>
        <p:txBody>
          <a:bodyPr>
            <a:noAutofit/>
          </a:bodyPr>
          <a:lstStyle/>
          <a:p>
            <a:r>
              <a:rPr lang="en-US" b="1" dirty="0">
                <a:solidFill>
                  <a:schemeClr val="tx1"/>
                </a:solidFill>
                <a:latin typeface="Cambria" panose="02040503050406030204" pitchFamily="18" charset="0"/>
                <a:ea typeface="Cambria" panose="02040503050406030204" pitchFamily="18" charset="0"/>
                <a:cs typeface="Arial" panose="020B0604020202020204" pitchFamily="34" charset="0"/>
              </a:rPr>
              <a:t>CORRECTNESS</a:t>
            </a:r>
          </a:p>
        </p:txBody>
      </p:sp>
      <p:sp>
        <p:nvSpPr>
          <p:cNvPr id="6" name="Slide Number Placeholder 5">
            <a:extLst>
              <a:ext uri="{FF2B5EF4-FFF2-40B4-BE49-F238E27FC236}">
                <a16:creationId xmlns:a16="http://schemas.microsoft.com/office/drawing/2014/main" id="{4673123F-1FE4-943F-8C2A-FE8415E7FE83}"/>
              </a:ext>
            </a:extLst>
          </p:cNvPr>
          <p:cNvSpPr>
            <a:spLocks noGrp="1"/>
          </p:cNvSpPr>
          <p:nvPr>
            <p:ph type="sldNum" sz="quarter" idx="4"/>
          </p:nvPr>
        </p:nvSpPr>
        <p:spPr/>
        <p:txBody>
          <a:bodyPr/>
          <a:lstStyle/>
          <a:p>
            <a:fld id="{D57F1E4F-1CFF-5643-939E-02111984F565}" type="slidenum">
              <a:rPr lang="en-US" smtClean="0"/>
              <a:pPr/>
              <a:t>25</a:t>
            </a:fld>
            <a:endParaRPr lang="en-US" dirty="0"/>
          </a:p>
        </p:txBody>
      </p:sp>
      <p:sp>
        <p:nvSpPr>
          <p:cNvPr id="10" name="TextBox 9">
            <a:extLst>
              <a:ext uri="{FF2B5EF4-FFF2-40B4-BE49-F238E27FC236}">
                <a16:creationId xmlns:a16="http://schemas.microsoft.com/office/drawing/2014/main" id="{C7D2670D-30DB-9EF2-D8EF-5F4445B025E8}"/>
              </a:ext>
            </a:extLst>
          </p:cNvPr>
          <p:cNvSpPr txBox="1"/>
          <p:nvPr/>
        </p:nvSpPr>
        <p:spPr>
          <a:xfrm>
            <a:off x="850392" y="1707912"/>
            <a:ext cx="7245858" cy="338554"/>
          </a:xfrm>
          <a:prstGeom prst="rect">
            <a:avLst/>
          </a:prstGeom>
          <a:noFill/>
        </p:spPr>
        <p:txBody>
          <a:bodyPr wrap="square" rtlCol="0">
            <a:spAutoFit/>
          </a:bodyPr>
          <a:lstStyle/>
          <a:p>
            <a:r>
              <a:rPr lang="en-US" sz="1600" b="1" dirty="0">
                <a:latin typeface="Rockwell" panose="02060603020205020403" pitchFamily="18" charset="0"/>
              </a:rPr>
              <a:t>Lemma 1</a:t>
            </a:r>
            <a:r>
              <a:rPr lang="en-US" sz="1600" dirty="0">
                <a:latin typeface="Rockwell" panose="02060603020205020403" pitchFamily="18" charset="0"/>
              </a:rPr>
              <a:t>. The movement of robots is collision-free.</a:t>
            </a:r>
          </a:p>
        </p:txBody>
      </p:sp>
      <p:pic>
        <p:nvPicPr>
          <p:cNvPr id="4" name="Picture 3">
            <a:extLst>
              <a:ext uri="{FF2B5EF4-FFF2-40B4-BE49-F238E27FC236}">
                <a16:creationId xmlns:a16="http://schemas.microsoft.com/office/drawing/2014/main" id="{33C88DBA-B792-4426-4561-F90EA815E891}"/>
              </a:ext>
            </a:extLst>
          </p:cNvPr>
          <p:cNvPicPr>
            <a:picLocks noChangeAspect="1"/>
          </p:cNvPicPr>
          <p:nvPr/>
        </p:nvPicPr>
        <p:blipFill>
          <a:blip r:embed="rId3"/>
          <a:stretch>
            <a:fillRect/>
          </a:stretch>
        </p:blipFill>
        <p:spPr>
          <a:xfrm>
            <a:off x="8114727" y="2172353"/>
            <a:ext cx="2407042" cy="240030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035A238-1C6D-E847-4369-CA633761CB48}"/>
                  </a:ext>
                </a:extLst>
              </p:cNvPr>
              <p:cNvSpPr txBox="1"/>
              <p:nvPr/>
            </p:nvSpPr>
            <p:spPr>
              <a:xfrm>
                <a:off x="7461504" y="4717815"/>
                <a:ext cx="3804630" cy="769441"/>
              </a:xfrm>
              <a:prstGeom prst="rect">
                <a:avLst/>
              </a:prstGeom>
              <a:noFill/>
            </p:spPr>
            <p:txBody>
              <a:bodyPr wrap="square" rtlCol="0">
                <a:spAutoFit/>
              </a:bodyPr>
              <a:lstStyle/>
              <a:p>
                <a:pPr algn="ctr"/>
                <a:r>
                  <a:rPr lang="en-US" sz="1100" dirty="0">
                    <a:ln w="3175">
                      <a:noFill/>
                    </a:ln>
                    <a:latin typeface="Cambria" panose="02040503050406030204" pitchFamily="18" charset="0"/>
                    <a:ea typeface="Cambria" panose="02040503050406030204" pitchFamily="18" charset="0"/>
                  </a:rPr>
                  <a:t>Fig. An illustrative diagram showing the strict priority ordering (West &gt; East &gt; South &gt; North), where </a:t>
                </a:r>
                <a14:m>
                  <m:oMath xmlns:m="http://schemas.openxmlformats.org/officeDocument/2006/math">
                    <m:sSub>
                      <m:sSubPr>
                        <m:ctrlPr>
                          <a:rPr lang="en-US" sz="1100" i="1">
                            <a:ln w="3175">
                              <a:noFill/>
                            </a:ln>
                            <a:latin typeface="Cambria Math" panose="02040503050406030204" pitchFamily="18" charset="0"/>
                          </a:rPr>
                        </m:ctrlPr>
                      </m:sSubPr>
                      <m:e>
                        <m:r>
                          <a:rPr lang="en-US" sz="1100" b="0" i="1" smtClean="0">
                            <a:ln w="3175">
                              <a:noFill/>
                            </a:ln>
                            <a:latin typeface="Cambria Math" panose="02040503050406030204" pitchFamily="18" charset="0"/>
                          </a:rPr>
                          <m:t>𝑟</m:t>
                        </m:r>
                      </m:e>
                      <m:sub>
                        <m:r>
                          <a:rPr lang="en-US" sz="1100" b="0" i="1" dirty="0" smtClean="0">
                            <a:ln w="3175">
                              <a:noFill/>
                            </a:ln>
                            <a:latin typeface="Cambria Math" panose="02040503050406030204" pitchFamily="18" charset="0"/>
                          </a:rPr>
                          <m:t>𝑖</m:t>
                        </m:r>
                      </m:sub>
                    </m:sSub>
                  </m:oMath>
                </a14:m>
                <a:r>
                  <a:rPr lang="en-US" sz="1100" dirty="0">
                    <a:ln w="3175">
                      <a:noFill/>
                    </a:ln>
                    <a:latin typeface="Cambria" panose="02040503050406030204" pitchFamily="18" charset="0"/>
                    <a:ea typeface="Cambria" panose="02040503050406030204" pitchFamily="18" charset="0"/>
                  </a:rPr>
                  <a:t> is the reference robot and </a:t>
                </a:r>
                <a14:m>
                  <m:oMath xmlns:m="http://schemas.openxmlformats.org/officeDocument/2006/math">
                    <m:sSub>
                      <m:sSubPr>
                        <m:ctrlPr>
                          <a:rPr lang="en-US" sz="1100" i="1">
                            <a:ln w="3175">
                              <a:noFill/>
                            </a:ln>
                            <a:latin typeface="Cambria Math" panose="02040503050406030204" pitchFamily="18" charset="0"/>
                          </a:rPr>
                        </m:ctrlPr>
                      </m:sSubPr>
                      <m:e>
                        <m:r>
                          <a:rPr lang="en-US" sz="1100" b="0" i="1" smtClean="0">
                            <a:ln w="3175">
                              <a:noFill/>
                            </a:ln>
                            <a:latin typeface="Cambria Math" panose="02040503050406030204" pitchFamily="18" charset="0"/>
                          </a:rPr>
                          <m:t>𝑟</m:t>
                        </m:r>
                      </m:e>
                      <m:sub>
                        <m:r>
                          <a:rPr lang="en-US" sz="1100" b="0" i="1" dirty="0" smtClean="0">
                            <a:ln w="3175">
                              <a:noFill/>
                            </a:ln>
                            <a:latin typeface="Cambria Math" panose="02040503050406030204" pitchFamily="18" charset="0"/>
                          </a:rPr>
                          <m:t>𝑤𝑒𝑠𝑡</m:t>
                        </m:r>
                      </m:sub>
                    </m:sSub>
                  </m:oMath>
                </a14:m>
                <a:r>
                  <a:rPr lang="en-US" sz="1100" dirty="0">
                    <a:ln w="3175">
                      <a:noFill/>
                    </a:ln>
                    <a:latin typeface="Cambria" panose="02040503050406030204" pitchFamily="18" charset="0"/>
                    <a:ea typeface="Cambria" panose="02040503050406030204" pitchFamily="18" charset="0"/>
                  </a:rPr>
                  <a:t>, </a:t>
                </a:r>
                <a14:m>
                  <m:oMath xmlns:m="http://schemas.openxmlformats.org/officeDocument/2006/math">
                    <m:sSub>
                      <m:sSubPr>
                        <m:ctrlPr>
                          <a:rPr lang="en-US" sz="1100" i="1">
                            <a:ln w="3175">
                              <a:noFill/>
                            </a:ln>
                            <a:latin typeface="Cambria Math" panose="02040503050406030204" pitchFamily="18" charset="0"/>
                          </a:rPr>
                        </m:ctrlPr>
                      </m:sSubPr>
                      <m:e>
                        <m:r>
                          <a:rPr lang="en-US" sz="1100" i="1">
                            <a:ln w="3175">
                              <a:noFill/>
                            </a:ln>
                            <a:latin typeface="Cambria Math" panose="02040503050406030204" pitchFamily="18" charset="0"/>
                          </a:rPr>
                          <m:t>𝑟</m:t>
                        </m:r>
                      </m:e>
                      <m:sub>
                        <m:r>
                          <a:rPr lang="en-US" sz="1100" b="0" i="1" smtClean="0">
                            <a:ln w="3175">
                              <a:noFill/>
                            </a:ln>
                            <a:latin typeface="Cambria Math" panose="02040503050406030204" pitchFamily="18" charset="0"/>
                          </a:rPr>
                          <m:t>𝑒𝑎𝑠𝑡</m:t>
                        </m:r>
                      </m:sub>
                    </m:sSub>
                  </m:oMath>
                </a14:m>
                <a:r>
                  <a:rPr lang="en-US" sz="1100" dirty="0">
                    <a:ln w="3175">
                      <a:noFill/>
                    </a:ln>
                    <a:latin typeface="Cambria" panose="02040503050406030204" pitchFamily="18" charset="0"/>
                    <a:ea typeface="Cambria" panose="02040503050406030204" pitchFamily="18" charset="0"/>
                  </a:rPr>
                  <a:t>, </a:t>
                </a:r>
                <a14:m>
                  <m:oMath xmlns:m="http://schemas.openxmlformats.org/officeDocument/2006/math">
                    <m:sSub>
                      <m:sSubPr>
                        <m:ctrlPr>
                          <a:rPr lang="en-US" sz="1100" i="1">
                            <a:ln w="3175">
                              <a:noFill/>
                            </a:ln>
                            <a:latin typeface="Cambria Math" panose="02040503050406030204" pitchFamily="18" charset="0"/>
                          </a:rPr>
                        </m:ctrlPr>
                      </m:sSubPr>
                      <m:e>
                        <m:r>
                          <a:rPr lang="en-US" sz="1100" i="1">
                            <a:ln w="3175">
                              <a:noFill/>
                            </a:ln>
                            <a:latin typeface="Cambria Math" panose="02040503050406030204" pitchFamily="18" charset="0"/>
                          </a:rPr>
                          <m:t>𝑟</m:t>
                        </m:r>
                      </m:e>
                      <m:sub>
                        <m:r>
                          <a:rPr lang="en-US" sz="1100" b="0" i="1" smtClean="0">
                            <a:ln w="3175">
                              <a:noFill/>
                            </a:ln>
                            <a:latin typeface="Cambria Math" panose="02040503050406030204" pitchFamily="18" charset="0"/>
                          </a:rPr>
                          <m:t>𝑠𝑜𝑢𝑡h</m:t>
                        </m:r>
                      </m:sub>
                    </m:sSub>
                  </m:oMath>
                </a14:m>
                <a:r>
                  <a:rPr lang="en-US" sz="1100" dirty="0">
                    <a:ln w="3175">
                      <a:noFill/>
                    </a:ln>
                    <a:latin typeface="Cambria" panose="02040503050406030204" pitchFamily="18" charset="0"/>
                    <a:ea typeface="Cambria" panose="02040503050406030204" pitchFamily="18" charset="0"/>
                  </a:rPr>
                  <a:t>, </a:t>
                </a:r>
                <a14:m>
                  <m:oMath xmlns:m="http://schemas.openxmlformats.org/officeDocument/2006/math">
                    <m:sSub>
                      <m:sSubPr>
                        <m:ctrlPr>
                          <a:rPr lang="en-US" sz="1100" i="1">
                            <a:ln w="3175">
                              <a:noFill/>
                            </a:ln>
                            <a:latin typeface="Cambria Math" panose="02040503050406030204" pitchFamily="18" charset="0"/>
                          </a:rPr>
                        </m:ctrlPr>
                      </m:sSubPr>
                      <m:e>
                        <m:r>
                          <a:rPr lang="en-US" sz="1100" i="1">
                            <a:ln w="3175">
                              <a:noFill/>
                            </a:ln>
                            <a:latin typeface="Cambria Math" panose="02040503050406030204" pitchFamily="18" charset="0"/>
                          </a:rPr>
                          <m:t>𝑟</m:t>
                        </m:r>
                      </m:e>
                      <m:sub>
                        <m:r>
                          <a:rPr lang="en-US" sz="1100" b="0" i="1" smtClean="0">
                            <a:ln w="3175">
                              <a:noFill/>
                            </a:ln>
                            <a:latin typeface="Cambria Math" panose="02040503050406030204" pitchFamily="18" charset="0"/>
                          </a:rPr>
                          <m:t>𝑛𝑜𝑟𝑡h</m:t>
                        </m:r>
                      </m:sub>
                    </m:sSub>
                    <m:r>
                      <a:rPr lang="en-US" sz="1100" b="0" i="1" dirty="0" smtClean="0">
                        <a:ln w="3175">
                          <a:noFill/>
                        </a:ln>
                        <a:latin typeface="Cambria Math" panose="02040503050406030204" pitchFamily="18" charset="0"/>
                      </a:rPr>
                      <m:t> </m:t>
                    </m:r>
                  </m:oMath>
                </a14:m>
                <a:r>
                  <a:rPr lang="en-US" sz="1100" dirty="0">
                    <a:ln w="3175">
                      <a:noFill/>
                    </a:ln>
                    <a:latin typeface="Cambria" panose="02040503050406030204" pitchFamily="18" charset="0"/>
                    <a:ea typeface="Cambria" panose="02040503050406030204" pitchFamily="18" charset="0"/>
                  </a:rPr>
                  <a:t>are the target robots positioned around it.</a:t>
                </a:r>
                <a:endParaRPr lang="en-IN" sz="1100" dirty="0">
                  <a:ln w="3175">
                    <a:noFill/>
                  </a:ln>
                  <a:latin typeface="Cambria" panose="02040503050406030204" pitchFamily="18" charset="0"/>
                  <a:ea typeface="Cambria" panose="02040503050406030204" pitchFamily="18" charset="0"/>
                </a:endParaRPr>
              </a:p>
            </p:txBody>
          </p:sp>
        </mc:Choice>
        <mc:Fallback xmlns="">
          <p:sp>
            <p:nvSpPr>
              <p:cNvPr id="5" name="TextBox 4">
                <a:extLst>
                  <a:ext uri="{FF2B5EF4-FFF2-40B4-BE49-F238E27FC236}">
                    <a16:creationId xmlns:a16="http://schemas.microsoft.com/office/drawing/2014/main" id="{D035A238-1C6D-E847-4369-CA633761CB48}"/>
                  </a:ext>
                </a:extLst>
              </p:cNvPr>
              <p:cNvSpPr txBox="1">
                <a:spLocks noRot="1" noChangeAspect="1" noMove="1" noResize="1" noEditPoints="1" noAdjustHandles="1" noChangeArrowheads="1" noChangeShapeType="1" noTextEdit="1"/>
              </p:cNvSpPr>
              <p:nvPr/>
            </p:nvSpPr>
            <p:spPr>
              <a:xfrm>
                <a:off x="7461504" y="4717815"/>
                <a:ext cx="3804630" cy="769441"/>
              </a:xfrm>
              <a:prstGeom prst="rect">
                <a:avLst/>
              </a:prstGeom>
              <a:blipFill>
                <a:blip r:embed="rId4"/>
                <a:stretch>
                  <a:fillRect t="-794" b="-4762"/>
                </a:stretch>
              </a:blipFill>
            </p:spPr>
            <p:txBody>
              <a:bodyPr/>
              <a:lstStyle/>
              <a:p>
                <a:r>
                  <a:rPr lang="en-IN">
                    <a:noFill/>
                  </a:rPr>
                  <a:t> </a:t>
                </a:r>
              </a:p>
            </p:txBody>
          </p:sp>
        </mc:Fallback>
      </mc:AlternateContent>
      <p:sp>
        <p:nvSpPr>
          <p:cNvPr id="7" name="TextBox 6">
            <a:extLst>
              <a:ext uri="{FF2B5EF4-FFF2-40B4-BE49-F238E27FC236}">
                <a16:creationId xmlns:a16="http://schemas.microsoft.com/office/drawing/2014/main" id="{76FF69F0-ECEE-4302-CD5B-B3B808061CE4}"/>
              </a:ext>
            </a:extLst>
          </p:cNvPr>
          <p:cNvSpPr txBox="1"/>
          <p:nvPr/>
        </p:nvSpPr>
        <p:spPr>
          <a:xfrm>
            <a:off x="850392" y="2018599"/>
            <a:ext cx="6210300" cy="4524315"/>
          </a:xfrm>
          <a:prstGeom prst="rect">
            <a:avLst/>
          </a:prstGeom>
          <a:noFill/>
        </p:spPr>
        <p:txBody>
          <a:bodyPr wrap="square" rtlCol="0">
            <a:spAutoFit/>
          </a:bodyPr>
          <a:lstStyle/>
          <a:p>
            <a:r>
              <a:rPr lang="en-US" sz="1600" b="1" dirty="0">
                <a:latin typeface="Rockwell" panose="02060603020205020403" pitchFamily="18" charset="0"/>
              </a:rPr>
              <a:t>Proof 1: </a:t>
            </a:r>
            <a:r>
              <a:rPr lang="en-US" sz="1600" dirty="0">
                <a:latin typeface="Rockwell" panose="02060603020205020403" pitchFamily="18" charset="0"/>
              </a:rPr>
              <a:t>Two situations could potentially cause a collision:</a:t>
            </a:r>
          </a:p>
          <a:p>
            <a:r>
              <a:rPr lang="en-US" sz="1600" b="1" dirty="0">
                <a:latin typeface="Rockwell" panose="02060603020205020403" pitchFamily="18" charset="0"/>
              </a:rPr>
              <a:t>1. Obstacle on Edge</a:t>
            </a:r>
            <a:endParaRPr lang="en-US" sz="1600" dirty="0">
              <a:latin typeface="Rockwell" panose="02060603020205020403" pitchFamily="18" charset="0"/>
            </a:endParaRPr>
          </a:p>
          <a:p>
            <a:pPr marL="285750" indent="-285750">
              <a:buFont typeface="Arial" panose="020B0604020202020204" pitchFamily="34" charset="0"/>
              <a:buChar char="•"/>
            </a:pPr>
            <a:r>
              <a:rPr lang="en-US" sz="1600" dirty="0">
                <a:latin typeface="Rockwell" panose="02060603020205020403" pitchFamily="18" charset="0"/>
              </a:rPr>
              <a:t>Robots occupy only grid nodes, not edges. </a:t>
            </a:r>
          </a:p>
          <a:p>
            <a:r>
              <a:rPr lang="en-US" sz="1600" b="1" dirty="0">
                <a:latin typeface="Rockwell" panose="02060603020205020403" pitchFamily="18" charset="0"/>
              </a:rPr>
              <a:t>2. Target Conflict</a:t>
            </a:r>
          </a:p>
          <a:p>
            <a:pPr marL="285750" indent="-285750">
              <a:buFont typeface="Arial" panose="020B0604020202020204" pitchFamily="34" charset="0"/>
              <a:buChar char="•"/>
            </a:pPr>
            <a:r>
              <a:rPr lang="en-US" sz="1600" dirty="0">
                <a:latin typeface="Rockwell" panose="02060603020205020403" pitchFamily="18" charset="0"/>
              </a:rPr>
              <a:t>Multiple robots may attempt to move toward the same </a:t>
            </a:r>
          </a:p>
          <a:p>
            <a:r>
              <a:rPr lang="en-US" sz="1600" dirty="0">
                <a:latin typeface="Rockwell" panose="02060603020205020403" pitchFamily="18" charset="0"/>
              </a:rPr>
              <a:t>      vacant node. </a:t>
            </a:r>
          </a:p>
          <a:p>
            <a:pPr marL="285750" indent="-285750">
              <a:buFont typeface="Arial" panose="020B0604020202020204" pitchFamily="34" charset="0"/>
              <a:buChar char="•"/>
            </a:pPr>
            <a:r>
              <a:rPr lang="en-US" sz="1600" dirty="0">
                <a:latin typeface="Rockwell" panose="02060603020205020403" pitchFamily="18" charset="0"/>
              </a:rPr>
              <a:t>A strict priority order is used: </a:t>
            </a:r>
          </a:p>
          <a:p>
            <a:r>
              <a:rPr lang="en-US" sz="1600" b="1" dirty="0">
                <a:latin typeface="Rockwell" panose="02060603020205020403" pitchFamily="18" charset="0"/>
              </a:rPr>
              <a:t>       West &gt; East &gt; South &gt; North </a:t>
            </a:r>
          </a:p>
          <a:p>
            <a:pPr algn="ctr"/>
            <a:r>
              <a:rPr lang="en-US" sz="1600" dirty="0">
                <a:latin typeface="Rockwell" panose="02060603020205020403" pitchFamily="18" charset="0"/>
              </a:rPr>
              <a:t>This priority ensures that each robot selects a unique     destination. No two robots compute the same target node. </a:t>
            </a:r>
          </a:p>
          <a:p>
            <a:r>
              <a:rPr lang="en-US" sz="1600" b="1" dirty="0">
                <a:latin typeface="Rockwell" panose="02060603020205020403" pitchFamily="18" charset="0"/>
              </a:rPr>
              <a:t>3. Semi-Synchronous (SSYNC) Scheduling</a:t>
            </a:r>
          </a:p>
          <a:p>
            <a:pPr marL="285750" indent="-285750">
              <a:buFont typeface="Arial" panose="020B0604020202020204" pitchFamily="34" charset="0"/>
              <a:buChar char="•"/>
            </a:pPr>
            <a:r>
              <a:rPr lang="en-US" sz="1600" dirty="0">
                <a:latin typeface="Rockwell" panose="02060603020205020403" pitchFamily="18" charset="0"/>
              </a:rPr>
              <a:t>While a robot is moving, other robots are not in the observation (Look) phase. </a:t>
            </a:r>
          </a:p>
          <a:p>
            <a:pPr marL="285750" indent="-285750">
              <a:buFont typeface="Arial" panose="020B0604020202020204" pitchFamily="34" charset="0"/>
              <a:buChar char="•"/>
            </a:pPr>
            <a:r>
              <a:rPr lang="en-US" sz="1600" dirty="0">
                <a:latin typeface="Rockwell" panose="02060603020205020403" pitchFamily="18" charset="0"/>
              </a:rPr>
              <a:t>Robots always make decisions using a consistent grid configuration. </a:t>
            </a:r>
          </a:p>
          <a:p>
            <a:pPr marL="285750" indent="-285750">
              <a:buFont typeface="Arial" panose="020B0604020202020204" pitchFamily="34" charset="0"/>
              <a:buChar char="•"/>
            </a:pPr>
            <a:r>
              <a:rPr lang="en-US" sz="1600" dirty="0">
                <a:latin typeface="Rockwell" panose="02060603020205020403" pitchFamily="18" charset="0"/>
              </a:rPr>
              <a:t>This prevents incorrect movement decisions based on outdated information.</a:t>
            </a:r>
          </a:p>
          <a:p>
            <a:endParaRPr lang="en-IN" sz="1600" dirty="0">
              <a:latin typeface="Rockwell" panose="02060603020205020403" pitchFamily="18" charset="0"/>
            </a:endParaRPr>
          </a:p>
        </p:txBody>
      </p:sp>
    </p:spTree>
    <p:extLst>
      <p:ext uri="{BB962C8B-B14F-4D97-AF65-F5344CB8AC3E}">
        <p14:creationId xmlns:p14="http://schemas.microsoft.com/office/powerpoint/2010/main" val="4238418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750"/>
                                        <p:tgtEl>
                                          <p:spTgt spid="2"/>
                                        </p:tgtEl>
                                      </p:cBhvr>
                                    </p:animEffect>
                                  </p:childTnLst>
                                </p:cTn>
                              </p:par>
                            </p:childTnLst>
                          </p:cTn>
                        </p:par>
                        <p:par>
                          <p:cTn id="8" fill="hold">
                            <p:stCondLst>
                              <p:cond delay="75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par>
                          <p:cTn id="12" fill="hold">
                            <p:stCondLst>
                              <p:cond delay="1250"/>
                            </p:stCondLst>
                            <p:childTnLst>
                              <p:par>
                                <p:cTn id="13" presetID="10"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175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par>
                          <p:cTn id="20" fill="hold">
                            <p:stCondLst>
                              <p:cond delay="2250"/>
                            </p:stCondLst>
                            <p:childTnLst>
                              <p:par>
                                <p:cTn id="21" presetID="10"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P spid="5" grpId="0"/>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B5113-0D2B-18CE-6892-365425AA32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F11243-ABB1-4862-6A9E-3495FDBE22F2}"/>
              </a:ext>
            </a:extLst>
          </p:cNvPr>
          <p:cNvSpPr>
            <a:spLocks noGrp="1"/>
          </p:cNvSpPr>
          <p:nvPr>
            <p:ph type="title"/>
          </p:nvPr>
        </p:nvSpPr>
        <p:spPr>
          <a:xfrm>
            <a:off x="782320" y="1034841"/>
            <a:ext cx="4532630" cy="558799"/>
          </a:xfrm>
        </p:spPr>
        <p:txBody>
          <a:bodyPr>
            <a:noAutofit/>
          </a:bodyPr>
          <a:lstStyle/>
          <a:p>
            <a:r>
              <a:rPr lang="en-US" b="1" dirty="0">
                <a:solidFill>
                  <a:schemeClr val="tx1"/>
                </a:solidFill>
                <a:latin typeface="Cambria" panose="02040503050406030204" pitchFamily="18" charset="0"/>
                <a:ea typeface="Cambria" panose="02040503050406030204" pitchFamily="18" charset="0"/>
                <a:cs typeface="Arial" panose="020B0604020202020204" pitchFamily="34" charset="0"/>
              </a:rPr>
              <a:t>CORRECTNESS</a:t>
            </a:r>
          </a:p>
        </p:txBody>
      </p:sp>
      <p:sp>
        <p:nvSpPr>
          <p:cNvPr id="6" name="Slide Number Placeholder 5">
            <a:extLst>
              <a:ext uri="{FF2B5EF4-FFF2-40B4-BE49-F238E27FC236}">
                <a16:creationId xmlns:a16="http://schemas.microsoft.com/office/drawing/2014/main" id="{5C3CB5B8-2FAD-35E4-E995-F7DF642B6D74}"/>
              </a:ext>
            </a:extLst>
          </p:cNvPr>
          <p:cNvSpPr>
            <a:spLocks noGrp="1"/>
          </p:cNvSpPr>
          <p:nvPr>
            <p:ph type="sldNum" sz="quarter" idx="4"/>
          </p:nvPr>
        </p:nvSpPr>
        <p:spPr/>
        <p:txBody>
          <a:bodyPr/>
          <a:lstStyle/>
          <a:p>
            <a:fld id="{D57F1E4F-1CFF-5643-939E-02111984F565}" type="slidenum">
              <a:rPr lang="en-US" smtClean="0"/>
              <a:pPr/>
              <a:t>26</a:t>
            </a:fld>
            <a:endParaRPr lang="en-US" dirty="0"/>
          </a:p>
        </p:txBody>
      </p:sp>
      <p:sp>
        <p:nvSpPr>
          <p:cNvPr id="10" name="TextBox 9">
            <a:extLst>
              <a:ext uri="{FF2B5EF4-FFF2-40B4-BE49-F238E27FC236}">
                <a16:creationId xmlns:a16="http://schemas.microsoft.com/office/drawing/2014/main" id="{CC36CB36-D84F-48FB-AAF7-24C71522D1A7}"/>
              </a:ext>
            </a:extLst>
          </p:cNvPr>
          <p:cNvSpPr txBox="1"/>
          <p:nvPr/>
        </p:nvSpPr>
        <p:spPr>
          <a:xfrm>
            <a:off x="850392" y="1632585"/>
            <a:ext cx="7245858" cy="338554"/>
          </a:xfrm>
          <a:prstGeom prst="rect">
            <a:avLst/>
          </a:prstGeom>
          <a:noFill/>
        </p:spPr>
        <p:txBody>
          <a:bodyPr wrap="square" rtlCol="0">
            <a:spAutoFit/>
          </a:bodyPr>
          <a:lstStyle/>
          <a:p>
            <a:r>
              <a:rPr lang="en-US" sz="1600" b="1" dirty="0">
                <a:latin typeface="Rockwell" panose="02060603020205020403" pitchFamily="18" charset="0"/>
              </a:rPr>
              <a:t>Lemma 2</a:t>
            </a:r>
            <a:r>
              <a:rPr lang="en-US" sz="1600" dirty="0">
                <a:latin typeface="Rockwell" panose="02060603020205020403" pitchFamily="18" charset="0"/>
              </a:rPr>
              <a:t>. </a:t>
            </a:r>
            <a:r>
              <a:rPr lang="en-IN" sz="1600" dirty="0">
                <a:latin typeface="Rockwell" panose="02060603020205020403" pitchFamily="18" charset="0"/>
              </a:rPr>
              <a:t>The Algorithm is Deadlock-Free</a:t>
            </a:r>
            <a:r>
              <a:rPr lang="en-US" sz="1600" dirty="0">
                <a:latin typeface="Rockwell" panose="02060603020205020403" pitchFamily="18" charset="0"/>
              </a:rPr>
              <a:t>.</a:t>
            </a:r>
          </a:p>
        </p:txBody>
      </p:sp>
      <p:pic>
        <p:nvPicPr>
          <p:cNvPr id="3" name="Image 2" descr="preencoded.png">
            <a:extLst>
              <a:ext uri="{FF2B5EF4-FFF2-40B4-BE49-F238E27FC236}">
                <a16:creationId xmlns:a16="http://schemas.microsoft.com/office/drawing/2014/main" id="{6C58014D-4218-22D7-A1EF-D591CBBFA6FE}"/>
              </a:ext>
            </a:extLst>
          </p:cNvPr>
          <p:cNvPicPr>
            <a:picLocks noChangeAspect="1"/>
          </p:cNvPicPr>
          <p:nvPr/>
        </p:nvPicPr>
        <p:blipFill>
          <a:blip r:embed="rId3">
            <a:extLst>
              <a:ext uri="{BEBA8EAE-BF5A-486C-A8C5-ECC9F3942E4B}">
                <a14:imgProps xmlns:a14="http://schemas.microsoft.com/office/drawing/2010/main">
                  <a14:imgLayer r:embed="rId4">
                    <a14:imgEffect>
                      <a14:artisticGlowDiffused/>
                    </a14:imgEffect>
                  </a14:imgLayer>
                </a14:imgProps>
              </a:ext>
            </a:extLst>
          </a:blip>
          <a:stretch>
            <a:fillRect/>
          </a:stretch>
        </p:blipFill>
        <p:spPr>
          <a:xfrm>
            <a:off x="816619" y="1990286"/>
            <a:ext cx="2476142" cy="1935382"/>
          </a:xfrm>
          <a:prstGeom prst="roundRect">
            <a:avLst>
              <a:gd name="adj" fmla="val 8594"/>
            </a:avLst>
          </a:prstGeom>
          <a:solidFill>
            <a:srgbClr val="FFFFFF">
              <a:shade val="85000"/>
            </a:srgbClr>
          </a:solidFill>
          <a:ln>
            <a:noFill/>
          </a:ln>
          <a:effectLst>
            <a:outerShdw blurRad="63500" sx="102000" sy="102000" algn="ctr" rotWithShape="0">
              <a:prstClr val="black">
                <a:alpha val="40000"/>
              </a:prstClr>
            </a:outerShdw>
          </a:effectLst>
        </p:spPr>
      </p:pic>
      <p:pic>
        <p:nvPicPr>
          <p:cNvPr id="8" name="Image 2" descr="preencoded.png">
            <a:extLst>
              <a:ext uri="{FF2B5EF4-FFF2-40B4-BE49-F238E27FC236}">
                <a16:creationId xmlns:a16="http://schemas.microsoft.com/office/drawing/2014/main" id="{646E321D-B50D-8520-0628-A958C0C04588}"/>
              </a:ext>
            </a:extLst>
          </p:cNvPr>
          <p:cNvPicPr>
            <a:picLocks noChangeAspect="1"/>
          </p:cNvPicPr>
          <p:nvPr/>
        </p:nvPicPr>
        <p:blipFill>
          <a:blip r:embed="rId3">
            <a:extLst>
              <a:ext uri="{BEBA8EAE-BF5A-486C-A8C5-ECC9F3942E4B}">
                <a14:imgProps xmlns:a14="http://schemas.microsoft.com/office/drawing/2010/main">
                  <a14:imgLayer r:embed="rId4">
                    <a14:imgEffect>
                      <a14:artisticGlowDiffused/>
                    </a14:imgEffect>
                  </a14:imgLayer>
                </a14:imgProps>
              </a:ext>
            </a:extLst>
          </a:blip>
          <a:stretch>
            <a:fillRect/>
          </a:stretch>
        </p:blipFill>
        <p:spPr>
          <a:xfrm>
            <a:off x="3488191" y="2008573"/>
            <a:ext cx="2339138" cy="1981257"/>
          </a:xfrm>
          <a:prstGeom prst="roundRect">
            <a:avLst>
              <a:gd name="adj" fmla="val 8594"/>
            </a:avLst>
          </a:prstGeom>
          <a:solidFill>
            <a:srgbClr val="FFFFFF">
              <a:shade val="85000"/>
            </a:srgbClr>
          </a:solidFill>
          <a:ln>
            <a:noFill/>
          </a:ln>
          <a:effectLst>
            <a:outerShdw blurRad="63500" sx="102000" sy="102000" algn="ctr" rotWithShape="0">
              <a:prstClr val="black">
                <a:alpha val="40000"/>
              </a:prstClr>
            </a:outerShdw>
          </a:effectLst>
        </p:spPr>
      </p:pic>
      <p:pic>
        <p:nvPicPr>
          <p:cNvPr id="9" name="Image 2" descr="preencoded.png">
            <a:extLst>
              <a:ext uri="{FF2B5EF4-FFF2-40B4-BE49-F238E27FC236}">
                <a16:creationId xmlns:a16="http://schemas.microsoft.com/office/drawing/2014/main" id="{906F8EB0-44F0-CCF0-D121-764E54D6A4AB}"/>
              </a:ext>
            </a:extLst>
          </p:cNvPr>
          <p:cNvPicPr>
            <a:picLocks noChangeAspect="1"/>
          </p:cNvPicPr>
          <p:nvPr/>
        </p:nvPicPr>
        <p:blipFill>
          <a:blip r:embed="rId3">
            <a:extLst>
              <a:ext uri="{BEBA8EAE-BF5A-486C-A8C5-ECC9F3942E4B}">
                <a14:imgProps xmlns:a14="http://schemas.microsoft.com/office/drawing/2010/main">
                  <a14:imgLayer r:embed="rId4">
                    <a14:imgEffect>
                      <a14:artisticGlowDiffused/>
                    </a14:imgEffect>
                  </a14:imgLayer>
                </a14:imgProps>
              </a:ext>
            </a:extLst>
          </a:blip>
          <a:stretch>
            <a:fillRect/>
          </a:stretch>
        </p:blipFill>
        <p:spPr>
          <a:xfrm>
            <a:off x="6117071" y="1998936"/>
            <a:ext cx="2640956" cy="2453563"/>
          </a:xfrm>
          <a:prstGeom prst="roundRect">
            <a:avLst>
              <a:gd name="adj" fmla="val 8594"/>
            </a:avLst>
          </a:prstGeom>
          <a:solidFill>
            <a:srgbClr val="FFFFFF">
              <a:shade val="85000"/>
            </a:srgbClr>
          </a:solidFill>
          <a:ln>
            <a:noFill/>
          </a:ln>
          <a:effectLst>
            <a:outerShdw blurRad="63500" sx="102000" sy="102000" algn="ctr" rotWithShape="0">
              <a:prstClr val="black">
                <a:alpha val="40000"/>
              </a:prstClr>
            </a:outerShdw>
          </a:effectLst>
        </p:spPr>
      </p:pic>
      <p:pic>
        <p:nvPicPr>
          <p:cNvPr id="11" name="Image 2" descr="preencoded.png">
            <a:extLst>
              <a:ext uri="{FF2B5EF4-FFF2-40B4-BE49-F238E27FC236}">
                <a16:creationId xmlns:a16="http://schemas.microsoft.com/office/drawing/2014/main" id="{787EF8BD-F309-287D-FC89-A52D6EE010C4}"/>
              </a:ext>
            </a:extLst>
          </p:cNvPr>
          <p:cNvPicPr>
            <a:picLocks noChangeAspect="1"/>
          </p:cNvPicPr>
          <p:nvPr/>
        </p:nvPicPr>
        <p:blipFill>
          <a:blip r:embed="rId3">
            <a:extLst>
              <a:ext uri="{BEBA8EAE-BF5A-486C-A8C5-ECC9F3942E4B}">
                <a14:imgProps xmlns:a14="http://schemas.microsoft.com/office/drawing/2010/main">
                  <a14:imgLayer r:embed="rId4">
                    <a14:imgEffect>
                      <a14:artisticGlowDiffused/>
                    </a14:imgEffect>
                  </a14:imgLayer>
                </a14:imgProps>
              </a:ext>
            </a:extLst>
          </a:blip>
          <a:stretch>
            <a:fillRect/>
          </a:stretch>
        </p:blipFill>
        <p:spPr>
          <a:xfrm>
            <a:off x="817381" y="4122801"/>
            <a:ext cx="2475380" cy="2191750"/>
          </a:xfrm>
          <a:prstGeom prst="roundRect">
            <a:avLst>
              <a:gd name="adj" fmla="val 8594"/>
            </a:avLst>
          </a:prstGeom>
          <a:solidFill>
            <a:srgbClr val="FFFFFF">
              <a:shade val="85000"/>
            </a:srgbClr>
          </a:solidFill>
          <a:ln>
            <a:noFill/>
          </a:ln>
          <a:effectLst>
            <a:outerShdw blurRad="63500" sx="102000" sy="102000" algn="ctr" rotWithShape="0">
              <a:prstClr val="black">
                <a:alpha val="40000"/>
              </a:prstClr>
            </a:outerShdw>
          </a:effectLst>
        </p:spPr>
      </p:pic>
      <p:pic>
        <p:nvPicPr>
          <p:cNvPr id="12" name="Image 2" descr="preencoded.png">
            <a:extLst>
              <a:ext uri="{FF2B5EF4-FFF2-40B4-BE49-F238E27FC236}">
                <a16:creationId xmlns:a16="http://schemas.microsoft.com/office/drawing/2014/main" id="{7D006920-ECAD-CF8F-916C-F00EE74E2367}"/>
              </a:ext>
            </a:extLst>
          </p:cNvPr>
          <p:cNvPicPr>
            <a:picLocks noChangeAspect="1"/>
          </p:cNvPicPr>
          <p:nvPr/>
        </p:nvPicPr>
        <p:blipFill>
          <a:blip r:embed="rId3">
            <a:extLst>
              <a:ext uri="{BEBA8EAE-BF5A-486C-A8C5-ECC9F3942E4B}">
                <a14:imgProps xmlns:a14="http://schemas.microsoft.com/office/drawing/2010/main">
                  <a14:imgLayer r:embed="rId4">
                    <a14:imgEffect>
                      <a14:artisticGlowDiffused/>
                    </a14:imgEffect>
                  </a14:imgLayer>
                </a14:imgProps>
              </a:ext>
            </a:extLst>
          </a:blip>
          <a:stretch>
            <a:fillRect/>
          </a:stretch>
        </p:blipFill>
        <p:spPr>
          <a:xfrm>
            <a:off x="3506413" y="4113657"/>
            <a:ext cx="2430780" cy="2200894"/>
          </a:xfrm>
          <a:prstGeom prst="roundRect">
            <a:avLst>
              <a:gd name="adj" fmla="val 8594"/>
            </a:avLst>
          </a:prstGeom>
          <a:solidFill>
            <a:srgbClr val="FFFFFF">
              <a:shade val="85000"/>
            </a:srgbClr>
          </a:solidFill>
          <a:ln>
            <a:noFill/>
          </a:ln>
          <a:effectLst>
            <a:outerShdw blurRad="63500" sx="102000" sy="102000" algn="ctr" rotWithShape="0">
              <a:prstClr val="black">
                <a:alpha val="40000"/>
              </a:prstClr>
            </a:outerShdw>
          </a:effectLst>
        </p:spPr>
      </p:pic>
      <p:sp>
        <p:nvSpPr>
          <p:cNvPr id="13" name="TextBox 12">
            <a:extLst>
              <a:ext uri="{FF2B5EF4-FFF2-40B4-BE49-F238E27FC236}">
                <a16:creationId xmlns:a16="http://schemas.microsoft.com/office/drawing/2014/main" id="{CA2EC013-5707-6895-6132-0366358D3093}"/>
              </a:ext>
            </a:extLst>
          </p:cNvPr>
          <p:cNvSpPr txBox="1"/>
          <p:nvPr/>
        </p:nvSpPr>
        <p:spPr>
          <a:xfrm>
            <a:off x="850392" y="1935422"/>
            <a:ext cx="2292858" cy="2246769"/>
          </a:xfrm>
          <a:prstGeom prst="rect">
            <a:avLst/>
          </a:prstGeom>
          <a:noFill/>
        </p:spPr>
        <p:txBody>
          <a:bodyPr wrap="square" rtlCol="0">
            <a:spAutoFit/>
          </a:bodyPr>
          <a:lstStyle/>
          <a:p>
            <a:r>
              <a:rPr lang="en-US" sz="1400" b="1" u="sng" dirty="0">
                <a:latin typeface="Rockwell" panose="02060603020205020403" pitchFamily="18" charset="0"/>
              </a:rPr>
              <a:t>Case 1 (Ψ₁)</a:t>
            </a:r>
          </a:p>
          <a:p>
            <a:pPr marL="285750" indent="-285750">
              <a:buFont typeface="Arial" panose="020B0604020202020204" pitchFamily="34" charset="0"/>
              <a:buChar char="•"/>
            </a:pPr>
            <a:r>
              <a:rPr lang="en-US" sz="1400" dirty="0">
                <a:latin typeface="Rockwell" panose="02060603020205020403" pitchFamily="18" charset="0"/>
              </a:rPr>
              <a:t>Robot moves North or East until it reaches an odd row.</a:t>
            </a:r>
          </a:p>
          <a:p>
            <a:pPr marL="285750" indent="-285750">
              <a:buFont typeface="Arial" panose="020B0604020202020204" pitchFamily="34" charset="0"/>
              <a:buChar char="•"/>
            </a:pPr>
            <a:r>
              <a:rPr lang="en-US" sz="1400" dirty="0">
                <a:latin typeface="Rockwell" panose="02060603020205020403" pitchFamily="18" charset="0"/>
              </a:rPr>
              <a:t>Each move brings it closer to the target row.</a:t>
            </a:r>
          </a:p>
          <a:p>
            <a:pPr marL="285750" indent="-285750">
              <a:buFont typeface="Arial" panose="020B0604020202020204" pitchFamily="34" charset="0"/>
              <a:buChar char="•"/>
            </a:pPr>
            <a:r>
              <a:rPr lang="en-US" sz="1400" dirty="0">
                <a:latin typeface="Rockwell" panose="02060603020205020403" pitchFamily="18" charset="0"/>
              </a:rPr>
              <a:t>No repeated actions occur.</a:t>
            </a:r>
          </a:p>
          <a:p>
            <a:pPr marL="285750" indent="-285750">
              <a:buFont typeface="Arial" panose="020B0604020202020204" pitchFamily="34" charset="0"/>
              <a:buChar char="•"/>
            </a:pPr>
            <a:endParaRPr lang="en-IN" sz="1400" dirty="0">
              <a:latin typeface="Rockwell" panose="02060603020205020403" pitchFamily="18" charset="0"/>
            </a:endParaRPr>
          </a:p>
        </p:txBody>
      </p:sp>
      <p:sp>
        <p:nvSpPr>
          <p:cNvPr id="14" name="TextBox 13">
            <a:extLst>
              <a:ext uri="{FF2B5EF4-FFF2-40B4-BE49-F238E27FC236}">
                <a16:creationId xmlns:a16="http://schemas.microsoft.com/office/drawing/2014/main" id="{99A05CFB-312F-DA63-B241-ECFEBCF2B3F0}"/>
              </a:ext>
            </a:extLst>
          </p:cNvPr>
          <p:cNvSpPr txBox="1"/>
          <p:nvPr/>
        </p:nvSpPr>
        <p:spPr>
          <a:xfrm>
            <a:off x="3579833" y="2008573"/>
            <a:ext cx="2247496" cy="2031325"/>
          </a:xfrm>
          <a:prstGeom prst="rect">
            <a:avLst/>
          </a:prstGeom>
          <a:noFill/>
        </p:spPr>
        <p:txBody>
          <a:bodyPr wrap="square" rtlCol="0">
            <a:spAutoFit/>
          </a:bodyPr>
          <a:lstStyle/>
          <a:p>
            <a:r>
              <a:rPr lang="en-US" sz="1400" b="1" dirty="0">
                <a:latin typeface="Rockwell" panose="02060603020205020403" pitchFamily="18" charset="0"/>
              </a:rPr>
              <a:t>Case 2 (Ψ₂)</a:t>
            </a:r>
          </a:p>
          <a:p>
            <a:pPr marL="285750" indent="-285750">
              <a:buFont typeface="Arial" panose="020B0604020202020204" pitchFamily="34" charset="0"/>
              <a:buChar char="•"/>
            </a:pPr>
            <a:r>
              <a:rPr lang="en-US" sz="1400" dirty="0">
                <a:latin typeface="Rockwell" panose="02060603020205020403" pitchFamily="18" charset="0"/>
              </a:rPr>
              <a:t>Robot moves North or East until it reaches row </a:t>
            </a:r>
            <a:r>
              <a:rPr lang="en-US" sz="1400" i="1" dirty="0">
                <a:latin typeface="Rockwell" panose="02060603020205020403" pitchFamily="18" charset="0"/>
              </a:rPr>
              <a:t>d</a:t>
            </a:r>
            <a:r>
              <a:rPr lang="en-US" sz="1400" dirty="0">
                <a:latin typeface="Rockwell" panose="02060603020205020403" pitchFamily="18" charset="0"/>
              </a:rPr>
              <a:t>.</a:t>
            </a:r>
          </a:p>
          <a:p>
            <a:pPr marL="285750" indent="-285750">
              <a:buFont typeface="Arial" panose="020B0604020202020204" pitchFamily="34" charset="0"/>
              <a:buChar char="•"/>
            </a:pPr>
            <a:r>
              <a:rPr lang="en-US" sz="1400" dirty="0">
                <a:latin typeface="Rockwell" panose="02060603020205020403" pitchFamily="18" charset="0"/>
              </a:rPr>
              <a:t>The distance to the target decreases with every move.</a:t>
            </a:r>
          </a:p>
          <a:p>
            <a:pPr marL="285750" indent="-285750">
              <a:buFont typeface="Arial" panose="020B0604020202020204" pitchFamily="34" charset="0"/>
              <a:buChar char="•"/>
            </a:pPr>
            <a:r>
              <a:rPr lang="en-US" sz="1400" dirty="0">
                <a:latin typeface="Rockwell" panose="02060603020205020403" pitchFamily="18" charset="0"/>
              </a:rPr>
              <a:t>Progress is always guaranteed.</a:t>
            </a:r>
          </a:p>
        </p:txBody>
      </p:sp>
      <p:sp>
        <p:nvSpPr>
          <p:cNvPr id="15" name="TextBox 14">
            <a:extLst>
              <a:ext uri="{FF2B5EF4-FFF2-40B4-BE49-F238E27FC236}">
                <a16:creationId xmlns:a16="http://schemas.microsoft.com/office/drawing/2014/main" id="{487C289F-8045-19CD-FC3B-D039FC9959BE}"/>
              </a:ext>
            </a:extLst>
          </p:cNvPr>
          <p:cNvSpPr txBox="1"/>
          <p:nvPr/>
        </p:nvSpPr>
        <p:spPr>
          <a:xfrm>
            <a:off x="6208713" y="1990286"/>
            <a:ext cx="2623350" cy="2462213"/>
          </a:xfrm>
          <a:prstGeom prst="rect">
            <a:avLst/>
          </a:prstGeom>
          <a:noFill/>
        </p:spPr>
        <p:txBody>
          <a:bodyPr wrap="square" rtlCol="0">
            <a:spAutoFit/>
          </a:bodyPr>
          <a:lstStyle/>
          <a:p>
            <a:r>
              <a:rPr lang="en-US" sz="1400" b="1" dirty="0">
                <a:latin typeface="Rockwell" panose="02060603020205020403" pitchFamily="18" charset="0"/>
              </a:rPr>
              <a:t>Case 3 (Ψ₃)</a:t>
            </a:r>
          </a:p>
          <a:p>
            <a:pPr marL="285750" indent="-285750">
              <a:buFont typeface="Arial" panose="020B0604020202020204" pitchFamily="34" charset="0"/>
              <a:buChar char="•"/>
            </a:pPr>
            <a:r>
              <a:rPr lang="en-US" sz="1400" dirty="0">
                <a:latin typeface="Rockwell" panose="02060603020205020403" pitchFamily="18" charset="0"/>
              </a:rPr>
              <a:t>Robot moves West if the node is vacant; otherwise, it moves East.</a:t>
            </a:r>
          </a:p>
          <a:p>
            <a:pPr marL="285750" indent="-285750">
              <a:buFont typeface="Arial" panose="020B0604020202020204" pitchFamily="34" charset="0"/>
              <a:buChar char="•"/>
            </a:pPr>
            <a:r>
              <a:rPr lang="en-US" sz="1400" dirty="0">
                <a:latin typeface="Rockwell" panose="02060603020205020403" pitchFamily="18" charset="0"/>
              </a:rPr>
              <a:t>Since the grid is infinite toward the East, a vacant node will always be available.</a:t>
            </a:r>
          </a:p>
          <a:p>
            <a:pPr marL="285750" indent="-285750">
              <a:buFont typeface="Arial" panose="020B0604020202020204" pitchFamily="34" charset="0"/>
              <a:buChar char="•"/>
            </a:pPr>
            <a:r>
              <a:rPr lang="en-US" sz="1400" dirty="0">
                <a:latin typeface="Rockwell" panose="02060603020205020403" pitchFamily="18" charset="0"/>
              </a:rPr>
              <a:t>Therefore, no robot can become permanently blocked.</a:t>
            </a:r>
          </a:p>
        </p:txBody>
      </p:sp>
      <p:sp>
        <p:nvSpPr>
          <p:cNvPr id="17" name="TextBox 16">
            <a:extLst>
              <a:ext uri="{FF2B5EF4-FFF2-40B4-BE49-F238E27FC236}">
                <a16:creationId xmlns:a16="http://schemas.microsoft.com/office/drawing/2014/main" id="{8848450F-66F5-3AA2-8B73-2FC053EFC0E2}"/>
              </a:ext>
            </a:extLst>
          </p:cNvPr>
          <p:cNvSpPr txBox="1"/>
          <p:nvPr/>
        </p:nvSpPr>
        <p:spPr>
          <a:xfrm>
            <a:off x="817380" y="4076926"/>
            <a:ext cx="2476141" cy="1815882"/>
          </a:xfrm>
          <a:prstGeom prst="rect">
            <a:avLst/>
          </a:prstGeom>
          <a:noFill/>
        </p:spPr>
        <p:txBody>
          <a:bodyPr wrap="square" rtlCol="0">
            <a:spAutoFit/>
          </a:bodyPr>
          <a:lstStyle/>
          <a:p>
            <a:r>
              <a:rPr lang="en-US" sz="1400" b="1" dirty="0">
                <a:latin typeface="Rockwell" panose="02060603020205020403" pitchFamily="18" charset="0"/>
              </a:rPr>
              <a:t>Case 4 (Ψ₄)</a:t>
            </a:r>
          </a:p>
          <a:p>
            <a:pPr marL="285750" indent="-285750">
              <a:buFont typeface="Arial" panose="020B0604020202020204" pitchFamily="34" charset="0"/>
              <a:buChar char="•"/>
            </a:pPr>
            <a:r>
              <a:rPr lang="en-US" sz="1400" dirty="0">
                <a:latin typeface="Rockwell" panose="02060603020205020403" pitchFamily="18" charset="0"/>
              </a:rPr>
              <a:t>Robot moves directly to a designated alternate row.</a:t>
            </a:r>
          </a:p>
          <a:p>
            <a:pPr marL="285750" indent="-285750">
              <a:buFont typeface="Arial" panose="020B0604020202020204" pitchFamily="34" charset="0"/>
              <a:buChar char="•"/>
            </a:pPr>
            <a:r>
              <a:rPr lang="en-US" sz="1400" dirty="0">
                <a:latin typeface="Rockwell" panose="02060603020205020403" pitchFamily="18" charset="0"/>
              </a:rPr>
              <a:t>It does not stop at intermediate positions.</a:t>
            </a:r>
          </a:p>
          <a:p>
            <a:pPr marL="285750" indent="-285750">
              <a:buFont typeface="Arial" panose="020B0604020202020204" pitchFamily="34" charset="0"/>
              <a:buChar char="•"/>
            </a:pPr>
            <a:r>
              <a:rPr lang="en-US" sz="1400" dirty="0">
                <a:latin typeface="Rockwell" panose="02060603020205020403" pitchFamily="18" charset="0"/>
              </a:rPr>
              <a:t>This prevents deadlock during row transitions.</a:t>
            </a:r>
          </a:p>
        </p:txBody>
      </p:sp>
      <p:sp>
        <p:nvSpPr>
          <p:cNvPr id="18" name="TextBox 17">
            <a:extLst>
              <a:ext uri="{FF2B5EF4-FFF2-40B4-BE49-F238E27FC236}">
                <a16:creationId xmlns:a16="http://schemas.microsoft.com/office/drawing/2014/main" id="{99748276-96E4-7C59-44AB-8CADCA952A06}"/>
              </a:ext>
            </a:extLst>
          </p:cNvPr>
          <p:cNvSpPr txBox="1"/>
          <p:nvPr/>
        </p:nvSpPr>
        <p:spPr>
          <a:xfrm>
            <a:off x="3506412" y="4067782"/>
            <a:ext cx="2339139" cy="2246769"/>
          </a:xfrm>
          <a:prstGeom prst="rect">
            <a:avLst/>
          </a:prstGeom>
          <a:noFill/>
        </p:spPr>
        <p:txBody>
          <a:bodyPr wrap="square" rtlCol="0">
            <a:spAutoFit/>
          </a:bodyPr>
          <a:lstStyle/>
          <a:p>
            <a:r>
              <a:rPr lang="en-US" sz="1400" b="1" dirty="0"/>
              <a:t>Case 5 (Ψ₅)</a:t>
            </a:r>
          </a:p>
          <a:p>
            <a:pPr marL="285750" indent="-285750">
              <a:buFont typeface="Arial" panose="020B0604020202020204" pitchFamily="34" charset="0"/>
              <a:buChar char="•"/>
            </a:pPr>
            <a:r>
              <a:rPr lang="en-US" sz="1400" dirty="0">
                <a:latin typeface="Rockwell" panose="02060603020205020403" pitchFamily="18" charset="0"/>
              </a:rPr>
              <a:t>Robot moves to an alternate row (North or South).</a:t>
            </a:r>
          </a:p>
          <a:p>
            <a:pPr marL="285750" indent="-285750">
              <a:buFont typeface="Arial" panose="020B0604020202020204" pitchFamily="34" charset="0"/>
              <a:buChar char="•"/>
            </a:pPr>
            <a:r>
              <a:rPr lang="en-US" sz="1400" dirty="0">
                <a:latin typeface="Rockwell" panose="02060603020205020403" pitchFamily="18" charset="0"/>
              </a:rPr>
              <a:t>The algorithm ensures that sufficient vacant nodes exist.</a:t>
            </a:r>
          </a:p>
          <a:p>
            <a:pPr marL="285750" indent="-285750">
              <a:buFont typeface="Arial" panose="020B0604020202020204" pitchFamily="34" charset="0"/>
              <a:buChar char="•"/>
            </a:pPr>
            <a:r>
              <a:rPr lang="en-US" sz="1400" dirty="0">
                <a:latin typeface="Rockwell" panose="02060603020205020403" pitchFamily="18" charset="0"/>
              </a:rPr>
              <a:t>Every robot is guaranteed a valid destination.</a:t>
            </a:r>
          </a:p>
        </p:txBody>
      </p:sp>
      <p:sp>
        <p:nvSpPr>
          <p:cNvPr id="7" name="Rectangle: Rounded Corners 6">
            <a:extLst>
              <a:ext uri="{FF2B5EF4-FFF2-40B4-BE49-F238E27FC236}">
                <a16:creationId xmlns:a16="http://schemas.microsoft.com/office/drawing/2014/main" id="{37B911B3-C42B-1B1B-E3FA-B129AC94785C}"/>
              </a:ext>
            </a:extLst>
          </p:cNvPr>
          <p:cNvSpPr/>
          <p:nvPr/>
        </p:nvSpPr>
        <p:spPr>
          <a:xfrm>
            <a:off x="6096000" y="4599051"/>
            <a:ext cx="4639056" cy="1490472"/>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A347E02E-FE68-814A-72CF-2F2477A6C3D4}"/>
              </a:ext>
            </a:extLst>
          </p:cNvPr>
          <p:cNvSpPr txBox="1"/>
          <p:nvPr/>
        </p:nvSpPr>
        <p:spPr>
          <a:xfrm>
            <a:off x="6117071" y="4636008"/>
            <a:ext cx="4480825" cy="1384995"/>
          </a:xfrm>
          <a:prstGeom prst="rect">
            <a:avLst/>
          </a:prstGeom>
          <a:noFill/>
        </p:spPr>
        <p:txBody>
          <a:bodyPr wrap="square" rtlCol="0">
            <a:spAutoFit/>
          </a:bodyPr>
          <a:lstStyle/>
          <a:p>
            <a:r>
              <a:rPr lang="en-IN" sz="1400" b="1" u="sng" dirty="0">
                <a:latin typeface="Rockwell" panose="02060603020205020403" pitchFamily="18" charset="0"/>
              </a:rPr>
              <a:t>Theorem 1</a:t>
            </a:r>
            <a:r>
              <a:rPr lang="en-IN" sz="1400" dirty="0">
                <a:latin typeface="Rockwell" panose="02060603020205020403" pitchFamily="18" charset="0"/>
              </a:rPr>
              <a:t>: A set of autonomous, oblivious, identical mobile robots can disperse on alternate nodes on an infinite grid under semi-synchronous scheduling, starting from any arbitrary configurations, executing a finite number of activation cycles.</a:t>
            </a:r>
          </a:p>
          <a:p>
            <a:endParaRPr lang="en-IN" sz="1400" dirty="0">
              <a:latin typeface="Rockwell" panose="02060603020205020403" pitchFamily="18" charset="0"/>
            </a:endParaRPr>
          </a:p>
        </p:txBody>
      </p:sp>
    </p:spTree>
    <p:extLst>
      <p:ext uri="{BB962C8B-B14F-4D97-AF65-F5344CB8AC3E}">
        <p14:creationId xmlns:p14="http://schemas.microsoft.com/office/powerpoint/2010/main" val="35983557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D07A8-C7DF-6253-2459-F36E50A1983A}"/>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9C55026F-E79B-F77C-78DD-D53EEBFDCD43}"/>
              </a:ext>
            </a:extLst>
          </p:cNvPr>
          <p:cNvSpPr>
            <a:spLocks noGrp="1"/>
          </p:cNvSpPr>
          <p:nvPr>
            <p:ph type="title"/>
          </p:nvPr>
        </p:nvSpPr>
        <p:spPr>
          <a:xfrm>
            <a:off x="782320" y="1006266"/>
            <a:ext cx="2640149" cy="558799"/>
          </a:xfrm>
        </p:spPr>
        <p:txBody>
          <a:bodyPr>
            <a:noAutofit/>
          </a:bodyPr>
          <a:lstStyle/>
          <a:p>
            <a:r>
              <a:rPr lang="en-US" b="1" dirty="0">
                <a:solidFill>
                  <a:schemeClr val="tx1"/>
                </a:solidFill>
                <a:latin typeface="Cambria" panose="02040503050406030204" pitchFamily="18" charset="0"/>
                <a:ea typeface="Cambria" panose="02040503050406030204" pitchFamily="18" charset="0"/>
              </a:rPr>
              <a:t>Use cases</a:t>
            </a:r>
          </a:p>
        </p:txBody>
      </p:sp>
      <p:pic>
        <p:nvPicPr>
          <p:cNvPr id="11" name="Picture 10" descr="A robot with a question mark&#10;&#10;AI-generated content may be incorrect.">
            <a:extLst>
              <a:ext uri="{FF2B5EF4-FFF2-40B4-BE49-F238E27FC236}">
                <a16:creationId xmlns:a16="http://schemas.microsoft.com/office/drawing/2014/main" id="{A7343DA4-F9CC-D65D-3B0D-35B7910A295D}"/>
              </a:ext>
            </a:extLst>
          </p:cNvPr>
          <p:cNvPicPr>
            <a:picLocks noChangeAspect="1"/>
          </p:cNvPicPr>
          <p:nvPr/>
        </p:nvPicPr>
        <p:blipFill>
          <a:blip r:embed="rId2"/>
          <a:stretch>
            <a:fillRect/>
          </a:stretch>
        </p:blipFill>
        <p:spPr>
          <a:xfrm>
            <a:off x="4816295" y="1930273"/>
            <a:ext cx="2309417" cy="2888063"/>
          </a:xfrm>
          <a:prstGeom prst="rect">
            <a:avLst/>
          </a:prstGeom>
        </p:spPr>
      </p:pic>
      <p:grpSp>
        <p:nvGrpSpPr>
          <p:cNvPr id="3" name="Group 2">
            <a:extLst>
              <a:ext uri="{FF2B5EF4-FFF2-40B4-BE49-F238E27FC236}">
                <a16:creationId xmlns:a16="http://schemas.microsoft.com/office/drawing/2014/main" id="{982DA9A7-E062-E065-A1FD-9CAF773FC4A1}"/>
              </a:ext>
            </a:extLst>
          </p:cNvPr>
          <p:cNvGrpSpPr/>
          <p:nvPr/>
        </p:nvGrpSpPr>
        <p:grpSpPr>
          <a:xfrm>
            <a:off x="6759069" y="839169"/>
            <a:ext cx="4223957" cy="1988742"/>
            <a:chOff x="6759069" y="839169"/>
            <a:chExt cx="4223957" cy="1988742"/>
          </a:xfrm>
        </p:grpSpPr>
        <p:sp>
          <p:nvSpPr>
            <p:cNvPr id="5" name="Thought Bubble: Cloud 4">
              <a:extLst>
                <a:ext uri="{FF2B5EF4-FFF2-40B4-BE49-F238E27FC236}">
                  <a16:creationId xmlns:a16="http://schemas.microsoft.com/office/drawing/2014/main" id="{E3E56350-AED0-E8DD-F6FA-47AF52DA18C2}"/>
                </a:ext>
              </a:extLst>
            </p:cNvPr>
            <p:cNvSpPr/>
            <p:nvPr/>
          </p:nvSpPr>
          <p:spPr>
            <a:xfrm rot="426347">
              <a:off x="6759069" y="839169"/>
              <a:ext cx="4223957" cy="1988742"/>
            </a:xfrm>
            <a:prstGeom prst="cloudCallou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FAD137C6-9FE3-B9B2-9AA7-682BCC3DF236}"/>
                </a:ext>
              </a:extLst>
            </p:cNvPr>
            <p:cNvSpPr txBox="1"/>
            <p:nvPr/>
          </p:nvSpPr>
          <p:spPr>
            <a:xfrm>
              <a:off x="7064749" y="1400373"/>
              <a:ext cx="3903346" cy="1077218"/>
            </a:xfrm>
            <a:prstGeom prst="rect">
              <a:avLst/>
            </a:prstGeom>
            <a:noFill/>
          </p:spPr>
          <p:txBody>
            <a:bodyPr wrap="square" rtlCol="0">
              <a:spAutoFit/>
            </a:bodyPr>
            <a:lstStyle/>
            <a:p>
              <a:pPr algn="ctr"/>
              <a:r>
                <a:rPr lang="en-US" altLang="en-US" sz="1600" b="1" dirty="0">
                  <a:solidFill>
                    <a:srgbClr val="00B050"/>
                  </a:solidFill>
                  <a:latin typeface="Arial" panose="020B0604020202020204" pitchFamily="34" charset="0"/>
                </a:rPr>
                <a:t>   </a:t>
              </a:r>
              <a:r>
                <a:rPr lang="en-US" altLang="en-US" sz="1600" b="1" u="sng" dirty="0">
                  <a:solidFill>
                    <a:srgbClr val="C00000"/>
                  </a:solidFill>
                  <a:latin typeface="Arial" panose="020B0604020202020204" pitchFamily="34" charset="0"/>
                </a:rPr>
                <a:t>Surveillance &amp; Area Monitoring</a:t>
              </a:r>
              <a:br>
                <a:rPr lang="en-US" altLang="en-US" sz="1600" dirty="0">
                  <a:latin typeface="Arial" panose="020B0604020202020204" pitchFamily="34" charset="0"/>
                </a:rPr>
              </a:br>
              <a:r>
                <a:rPr lang="en-US" altLang="en-US" sz="1600" dirty="0">
                  <a:latin typeface="Arial" panose="020B0604020202020204" pitchFamily="34" charset="0"/>
                </a:rPr>
                <a:t>Ensures complete and non-overlapping coverage of the target area.</a:t>
              </a:r>
            </a:p>
            <a:p>
              <a:endParaRPr lang="en-IN" sz="1600" dirty="0"/>
            </a:p>
          </p:txBody>
        </p:sp>
      </p:grpSp>
      <p:grpSp>
        <p:nvGrpSpPr>
          <p:cNvPr id="4" name="Group 3">
            <a:extLst>
              <a:ext uri="{FF2B5EF4-FFF2-40B4-BE49-F238E27FC236}">
                <a16:creationId xmlns:a16="http://schemas.microsoft.com/office/drawing/2014/main" id="{5D1C3981-1897-D94C-1EC7-BD713706FBD3}"/>
              </a:ext>
            </a:extLst>
          </p:cNvPr>
          <p:cNvGrpSpPr/>
          <p:nvPr/>
        </p:nvGrpSpPr>
        <p:grpSpPr>
          <a:xfrm>
            <a:off x="6684126" y="4380528"/>
            <a:ext cx="3721746" cy="1775077"/>
            <a:chOff x="6684126" y="4380528"/>
            <a:chExt cx="3721746" cy="1775077"/>
          </a:xfrm>
        </p:grpSpPr>
        <p:sp>
          <p:nvSpPr>
            <p:cNvPr id="6" name="Thought Bubble: Cloud 5">
              <a:extLst>
                <a:ext uri="{FF2B5EF4-FFF2-40B4-BE49-F238E27FC236}">
                  <a16:creationId xmlns:a16="http://schemas.microsoft.com/office/drawing/2014/main" id="{A3C952CE-F6E1-D472-96D4-522233D448AB}"/>
                </a:ext>
              </a:extLst>
            </p:cNvPr>
            <p:cNvSpPr/>
            <p:nvPr/>
          </p:nvSpPr>
          <p:spPr>
            <a:xfrm rot="10577347" flipH="1">
              <a:off x="6684126" y="4380528"/>
              <a:ext cx="3668148" cy="1775077"/>
            </a:xfrm>
            <a:prstGeom prst="cloudCallou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B83586FE-6B86-37FB-2776-7FC803F8F029}"/>
                </a:ext>
              </a:extLst>
            </p:cNvPr>
            <p:cNvSpPr txBox="1"/>
            <p:nvPr/>
          </p:nvSpPr>
          <p:spPr>
            <a:xfrm>
              <a:off x="6856946" y="4826770"/>
              <a:ext cx="3548926" cy="830997"/>
            </a:xfrm>
            <a:prstGeom prst="rect">
              <a:avLst/>
            </a:prstGeom>
            <a:noFill/>
          </p:spPr>
          <p:txBody>
            <a:bodyPr wrap="square" rtlCol="0">
              <a:spAutoFit/>
            </a:bodyPr>
            <a:lstStyle/>
            <a:p>
              <a:pPr algn="ctr"/>
              <a:r>
                <a:rPr lang="en-US" altLang="en-US" sz="1600" b="1" dirty="0">
                  <a:solidFill>
                    <a:srgbClr val="00B050"/>
                  </a:solidFill>
                  <a:latin typeface="Arial" panose="020B0604020202020204" pitchFamily="34" charset="0"/>
                </a:rPr>
                <a:t>       </a:t>
              </a:r>
              <a:r>
                <a:rPr lang="en-US" altLang="en-US" sz="1600" b="1" u="sng" dirty="0">
                  <a:solidFill>
                    <a:srgbClr val="C00000"/>
                  </a:solidFill>
                  <a:latin typeface="Arial" panose="020B0604020202020204" pitchFamily="34" charset="0"/>
                </a:rPr>
                <a:t>Agricultural Robotics</a:t>
              </a:r>
              <a:br>
                <a:rPr lang="en-US" altLang="en-US" sz="1600" dirty="0">
                  <a:latin typeface="Arial" panose="020B0604020202020204" pitchFamily="34" charset="0"/>
                </a:rPr>
              </a:br>
              <a:r>
                <a:rPr lang="en-US" altLang="en-US" sz="1600" dirty="0">
                  <a:latin typeface="Arial" panose="020B0604020202020204" pitchFamily="34" charset="0"/>
                </a:rPr>
                <a:t>Provides equal spacing for planting, spraying, and crop monitoring.</a:t>
              </a:r>
            </a:p>
          </p:txBody>
        </p:sp>
      </p:grpSp>
      <p:grpSp>
        <p:nvGrpSpPr>
          <p:cNvPr id="8" name="Group 7">
            <a:extLst>
              <a:ext uri="{FF2B5EF4-FFF2-40B4-BE49-F238E27FC236}">
                <a16:creationId xmlns:a16="http://schemas.microsoft.com/office/drawing/2014/main" id="{1D9C2D1B-75A9-C90C-CAE5-87F8DD698888}"/>
              </a:ext>
            </a:extLst>
          </p:cNvPr>
          <p:cNvGrpSpPr/>
          <p:nvPr/>
        </p:nvGrpSpPr>
        <p:grpSpPr>
          <a:xfrm>
            <a:off x="1135087" y="4478211"/>
            <a:ext cx="4385915" cy="1993598"/>
            <a:chOff x="1135087" y="4478211"/>
            <a:chExt cx="4385915" cy="1993598"/>
          </a:xfrm>
        </p:grpSpPr>
        <p:sp>
          <p:nvSpPr>
            <p:cNvPr id="7" name="Thought Bubble: Cloud 6">
              <a:extLst>
                <a:ext uri="{FF2B5EF4-FFF2-40B4-BE49-F238E27FC236}">
                  <a16:creationId xmlns:a16="http://schemas.microsoft.com/office/drawing/2014/main" id="{CA9ED5EE-406E-BAA9-AF0F-6F2143A96081}"/>
                </a:ext>
              </a:extLst>
            </p:cNvPr>
            <p:cNvSpPr/>
            <p:nvPr/>
          </p:nvSpPr>
          <p:spPr>
            <a:xfrm rot="11186192">
              <a:off x="1135087" y="4478211"/>
              <a:ext cx="4385915" cy="1993598"/>
            </a:xfrm>
            <a:prstGeom prst="cloudCallou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79D5B447-EEC0-7AA5-4D08-A4E29C44B3F6}"/>
                </a:ext>
              </a:extLst>
            </p:cNvPr>
            <p:cNvSpPr txBox="1"/>
            <p:nvPr/>
          </p:nvSpPr>
          <p:spPr>
            <a:xfrm>
              <a:off x="1422418" y="5080207"/>
              <a:ext cx="3995928" cy="830997"/>
            </a:xfrm>
            <a:prstGeom prst="rect">
              <a:avLst/>
            </a:prstGeom>
            <a:noFill/>
          </p:spPr>
          <p:txBody>
            <a:bodyPr wrap="square" rtlCol="0">
              <a:spAutoFit/>
            </a:bodyPr>
            <a:lstStyle/>
            <a:p>
              <a:pPr algn="ctr"/>
              <a:r>
                <a:rPr lang="en-US" altLang="en-US" sz="1600" b="1" u="sng" dirty="0">
                  <a:solidFill>
                    <a:srgbClr val="C00000"/>
                  </a:solidFill>
                  <a:latin typeface="Arial" panose="020B0604020202020204" pitchFamily="34" charset="0"/>
                </a:rPr>
                <a:t> Disaster Response Operations</a:t>
              </a:r>
              <a:br>
                <a:rPr lang="en-US" altLang="en-US" sz="1600" dirty="0">
                  <a:latin typeface="Arial" panose="020B0604020202020204" pitchFamily="34" charset="0"/>
                </a:rPr>
              </a:br>
              <a:r>
                <a:rPr lang="en-US" altLang="en-US" sz="1600" dirty="0">
                  <a:latin typeface="Arial" panose="020B0604020202020204" pitchFamily="34" charset="0"/>
                </a:rPr>
                <a:t>Supports systematic and collision-free robot deployment in unknown terrains.</a:t>
              </a:r>
            </a:p>
          </p:txBody>
        </p:sp>
      </p:grpSp>
      <p:grpSp>
        <p:nvGrpSpPr>
          <p:cNvPr id="2" name="Group 1">
            <a:extLst>
              <a:ext uri="{FF2B5EF4-FFF2-40B4-BE49-F238E27FC236}">
                <a16:creationId xmlns:a16="http://schemas.microsoft.com/office/drawing/2014/main" id="{7CF0B275-64AA-1C2E-9D5C-9EEF079B164F}"/>
              </a:ext>
            </a:extLst>
          </p:cNvPr>
          <p:cNvGrpSpPr/>
          <p:nvPr/>
        </p:nvGrpSpPr>
        <p:grpSpPr>
          <a:xfrm>
            <a:off x="620515" y="2046959"/>
            <a:ext cx="4180222" cy="2067561"/>
            <a:chOff x="620515" y="2046959"/>
            <a:chExt cx="4180222" cy="2067561"/>
          </a:xfrm>
        </p:grpSpPr>
        <p:sp>
          <p:nvSpPr>
            <p:cNvPr id="15" name="Thought Bubble: Cloud 14">
              <a:extLst>
                <a:ext uri="{FF2B5EF4-FFF2-40B4-BE49-F238E27FC236}">
                  <a16:creationId xmlns:a16="http://schemas.microsoft.com/office/drawing/2014/main" id="{D54D11C2-0397-4B7B-4160-A536B01E7AEB}"/>
                </a:ext>
              </a:extLst>
            </p:cNvPr>
            <p:cNvSpPr/>
            <p:nvPr/>
          </p:nvSpPr>
          <p:spPr>
            <a:xfrm rot="11254826">
              <a:off x="620515" y="2046959"/>
              <a:ext cx="4180222" cy="2067561"/>
            </a:xfrm>
            <a:prstGeom prst="cloudCallou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ACFAFA51-D2FD-66A6-E102-F90D2EC7E645}"/>
                </a:ext>
              </a:extLst>
            </p:cNvPr>
            <p:cNvSpPr txBox="1"/>
            <p:nvPr/>
          </p:nvSpPr>
          <p:spPr>
            <a:xfrm>
              <a:off x="738775" y="2619342"/>
              <a:ext cx="3972560" cy="1077218"/>
            </a:xfrm>
            <a:prstGeom prst="rect">
              <a:avLst/>
            </a:prstGeom>
            <a:noFill/>
          </p:spPr>
          <p:txBody>
            <a:bodyPr wrap="square" rtlCol="0">
              <a:spAutoFit/>
            </a:bodyPr>
            <a:lstStyle/>
            <a:p>
              <a:pPr algn="ctr"/>
              <a:r>
                <a:rPr lang="en-US" altLang="en-US" sz="1600" b="1" dirty="0">
                  <a:solidFill>
                    <a:srgbClr val="00B050"/>
                  </a:solidFill>
                  <a:latin typeface="Sitka Small" pitchFamily="2" charset="0"/>
                </a:rPr>
                <a:t>   </a:t>
              </a:r>
              <a:r>
                <a:rPr lang="en-IN" sz="1600" b="1" u="sng" dirty="0">
                  <a:solidFill>
                    <a:srgbClr val="C00000"/>
                  </a:solidFill>
                  <a:latin typeface="Sitka Small" pitchFamily="2" charset="0"/>
                </a:rPr>
                <a:t>Military and Border Patrolling</a:t>
              </a:r>
              <a:br>
                <a:rPr lang="en-US" altLang="en-US" sz="1600" dirty="0">
                  <a:latin typeface="Sitka Small" pitchFamily="2" charset="0"/>
                </a:rPr>
              </a:br>
              <a:r>
                <a:rPr lang="en-US" sz="1600" dirty="0">
                  <a:latin typeface="Sitka Small" pitchFamily="2" charset="0"/>
                </a:rPr>
                <a:t>Autonomous robots can be deployed for </a:t>
              </a:r>
              <a:r>
                <a:rPr lang="en-US" sz="1600" b="1" dirty="0">
                  <a:latin typeface="Sitka Small" pitchFamily="2" charset="0"/>
                </a:rPr>
                <a:t>patrolling sensitive regions</a:t>
              </a:r>
              <a:r>
                <a:rPr lang="en-US" sz="1600" dirty="0">
                  <a:latin typeface="Sitka Small" pitchFamily="2" charset="0"/>
                </a:rPr>
                <a:t> with minimal human presence.</a:t>
              </a:r>
              <a:endParaRPr lang="en-IN" sz="1600" dirty="0">
                <a:latin typeface="Sitka Small" pitchFamily="2" charset="0"/>
              </a:endParaRPr>
            </a:p>
          </p:txBody>
        </p:sp>
      </p:grpSp>
    </p:spTree>
    <p:extLst>
      <p:ext uri="{BB962C8B-B14F-4D97-AF65-F5344CB8AC3E}">
        <p14:creationId xmlns:p14="http://schemas.microsoft.com/office/powerpoint/2010/main" val="4167941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750"/>
                                        <p:tgtEl>
                                          <p:spTgt spid="31"/>
                                        </p:tgtEl>
                                      </p:cBhvr>
                                    </p:animEffect>
                                  </p:childTnLst>
                                </p:cTn>
                              </p:par>
                            </p:childTnLst>
                          </p:cTn>
                        </p:par>
                        <p:par>
                          <p:cTn id="8" fill="hold">
                            <p:stCondLst>
                              <p:cond delay="750"/>
                            </p:stCondLst>
                            <p:childTnLst>
                              <p:par>
                                <p:cTn id="9" presetID="42"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1000"/>
                                        <p:tgtEl>
                                          <p:spTgt spid="11"/>
                                        </p:tgtEl>
                                      </p:cBhvr>
                                    </p:animEffect>
                                    <p:anim calcmode="lin" valueType="num">
                                      <p:cBhvr>
                                        <p:cTn id="12" dur="1000" fill="hold"/>
                                        <p:tgtEl>
                                          <p:spTgt spid="11"/>
                                        </p:tgtEl>
                                        <p:attrNameLst>
                                          <p:attrName>ppt_x</p:attrName>
                                        </p:attrNameLst>
                                      </p:cBhvr>
                                      <p:tavLst>
                                        <p:tav tm="0">
                                          <p:val>
                                            <p:strVal val="#ppt_x"/>
                                          </p:val>
                                        </p:tav>
                                        <p:tav tm="100000">
                                          <p:val>
                                            <p:strVal val="#ppt_x"/>
                                          </p:val>
                                        </p:tav>
                                      </p:tavLst>
                                    </p:anim>
                                    <p:anim calcmode="lin" valueType="num">
                                      <p:cBhvr>
                                        <p:cTn id="13" dur="1000" fill="hold"/>
                                        <p:tgtEl>
                                          <p:spTgt spid="11"/>
                                        </p:tgtEl>
                                        <p:attrNameLst>
                                          <p:attrName>ppt_y</p:attrName>
                                        </p:attrNameLst>
                                      </p:cBhvr>
                                      <p:tavLst>
                                        <p:tav tm="0">
                                          <p:val>
                                            <p:strVal val="#ppt_y+.1"/>
                                          </p:val>
                                        </p:tav>
                                        <p:tav tm="100000">
                                          <p:val>
                                            <p:strVal val="#ppt_y"/>
                                          </p:val>
                                        </p:tav>
                                      </p:tavLst>
                                    </p:anim>
                                  </p:childTnLst>
                                </p:cTn>
                              </p:par>
                            </p:childTnLst>
                          </p:cTn>
                        </p:par>
                        <p:par>
                          <p:cTn id="14" fill="hold">
                            <p:stCondLst>
                              <p:cond delay="1750"/>
                            </p:stCondLst>
                            <p:childTnLst>
                              <p:par>
                                <p:cTn id="15" presetID="10" presetClass="entr" presetSubtype="0"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par>
                          <p:cTn id="18" fill="hold">
                            <p:stCondLst>
                              <p:cond delay="2250"/>
                            </p:stCondLst>
                            <p:childTnLst>
                              <p:par>
                                <p:cTn id="19" presetID="10" presetClass="entr" presetSubtype="0" fill="hold" nodeType="after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500"/>
                                        <p:tgtEl>
                                          <p:spTgt spid="3"/>
                                        </p:tgtEl>
                                      </p:cBhvr>
                                    </p:animEffect>
                                  </p:childTnLst>
                                </p:cTn>
                              </p:par>
                            </p:childTnLst>
                          </p:cTn>
                        </p:par>
                        <p:par>
                          <p:cTn id="22" fill="hold">
                            <p:stCondLst>
                              <p:cond delay="2750"/>
                            </p:stCondLst>
                            <p:childTnLst>
                              <p:par>
                                <p:cTn id="23" presetID="10" presetClass="entr" presetSubtype="0"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par>
                          <p:cTn id="26" fill="hold">
                            <p:stCondLst>
                              <p:cond delay="3250"/>
                            </p:stCondLst>
                            <p:childTnLst>
                              <p:par>
                                <p:cTn id="27" presetID="10" presetClass="entr" presetSubtype="0"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766E7-C7B2-39EA-1E30-3EBC21883F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0491BE-D48A-4105-4F56-99A346FE76C8}"/>
              </a:ext>
            </a:extLst>
          </p:cNvPr>
          <p:cNvSpPr>
            <a:spLocks noGrp="1"/>
          </p:cNvSpPr>
          <p:nvPr>
            <p:ph type="title"/>
          </p:nvPr>
        </p:nvSpPr>
        <p:spPr>
          <a:xfrm>
            <a:off x="782320" y="1034841"/>
            <a:ext cx="4532630" cy="558799"/>
          </a:xfrm>
        </p:spPr>
        <p:txBody>
          <a:bodyPr>
            <a:noAutofit/>
          </a:bodyPr>
          <a:lstStyle/>
          <a:p>
            <a:r>
              <a:rPr lang="en-US" b="1" dirty="0">
                <a:solidFill>
                  <a:schemeClr val="tx1"/>
                </a:solidFill>
                <a:latin typeface="Cambria" panose="02040503050406030204" pitchFamily="18" charset="0"/>
                <a:ea typeface="Cambria" panose="02040503050406030204" pitchFamily="18" charset="0"/>
                <a:cs typeface="Arial" panose="020B0604020202020204" pitchFamily="34" charset="0"/>
              </a:rPr>
              <a:t>Future scope</a:t>
            </a:r>
          </a:p>
        </p:txBody>
      </p:sp>
      <p:sp>
        <p:nvSpPr>
          <p:cNvPr id="6" name="Slide Number Placeholder 5">
            <a:extLst>
              <a:ext uri="{FF2B5EF4-FFF2-40B4-BE49-F238E27FC236}">
                <a16:creationId xmlns:a16="http://schemas.microsoft.com/office/drawing/2014/main" id="{ADA6BF44-E1F5-0639-1EA0-0C9EDB20C188}"/>
              </a:ext>
            </a:extLst>
          </p:cNvPr>
          <p:cNvSpPr>
            <a:spLocks noGrp="1"/>
          </p:cNvSpPr>
          <p:nvPr>
            <p:ph type="sldNum" sz="quarter" idx="4"/>
          </p:nvPr>
        </p:nvSpPr>
        <p:spPr/>
        <p:txBody>
          <a:bodyPr/>
          <a:lstStyle/>
          <a:p>
            <a:fld id="{D57F1E4F-1CFF-5643-939E-02111984F565}" type="slidenum">
              <a:rPr lang="en-US" smtClean="0"/>
              <a:pPr/>
              <a:t>28</a:t>
            </a:fld>
            <a:endParaRPr lang="en-US" dirty="0"/>
          </a:p>
        </p:txBody>
      </p:sp>
      <p:sp>
        <p:nvSpPr>
          <p:cNvPr id="16" name="AutoShape 140">
            <a:extLst>
              <a:ext uri="{FF2B5EF4-FFF2-40B4-BE49-F238E27FC236}">
                <a16:creationId xmlns:a16="http://schemas.microsoft.com/office/drawing/2014/main" id="{37D74F6C-778F-551E-DB20-54BA88C53AFA}"/>
              </a:ext>
            </a:extLst>
          </p:cNvPr>
          <p:cNvSpPr/>
          <p:nvPr/>
        </p:nvSpPr>
        <p:spPr>
          <a:xfrm>
            <a:off x="968349" y="2149959"/>
            <a:ext cx="3801389" cy="1957393"/>
          </a:xfrm>
          <a:prstGeom prst="flowChartConnector">
            <a:avLst/>
          </a:prstGeom>
          <a:solidFill>
            <a:srgbClr val="DE3A8C">
              <a:alpha val="14902"/>
            </a:srgbClr>
          </a:solidFill>
          <a:ln cap="flat">
            <a:solidFill>
              <a:schemeClr val="accent1">
                <a:lumMod val="50000"/>
              </a:schemeClr>
            </a:solidFill>
            <a:prstDash val="solid"/>
            <a:miter lim="800000"/>
          </a:ln>
        </p:spPr>
        <p:txBody>
          <a:bodyPr vert="horz" lIns="91440" tIns="45720" rIns="91440" bIns="45720" anchor="ctr">
            <a:noAutofit/>
          </a:bodyPr>
          <a:lstStyle/>
          <a:p>
            <a:pPr algn="ctr"/>
            <a:r>
              <a:rPr lang="en-US" sz="1300" dirty="0">
                <a:latin typeface="Sitka Small" pitchFamily="2" charset="0"/>
              </a:rPr>
              <a:t>Adapt the solution for a </a:t>
            </a:r>
            <a:r>
              <a:rPr lang="en-US" sz="1300" b="1" dirty="0">
                <a:latin typeface="Sitka Small" pitchFamily="2" charset="0"/>
              </a:rPr>
              <a:t>fully asynchronous (ASYNC)</a:t>
            </a:r>
            <a:r>
              <a:rPr lang="en-US" sz="1300" dirty="0">
                <a:latin typeface="Sitka Small" pitchFamily="2" charset="0"/>
              </a:rPr>
              <a:t> environment, making it more practical for real-world deployment.</a:t>
            </a:r>
          </a:p>
        </p:txBody>
      </p:sp>
      <p:sp>
        <p:nvSpPr>
          <p:cNvPr id="17" name="AutoShape 141">
            <a:extLst>
              <a:ext uri="{FF2B5EF4-FFF2-40B4-BE49-F238E27FC236}">
                <a16:creationId xmlns:a16="http://schemas.microsoft.com/office/drawing/2014/main" id="{DB4D6AC1-06DE-7EEA-6E2F-ABA4C6785C61}"/>
              </a:ext>
            </a:extLst>
          </p:cNvPr>
          <p:cNvSpPr/>
          <p:nvPr/>
        </p:nvSpPr>
        <p:spPr>
          <a:xfrm>
            <a:off x="1153017" y="1781458"/>
            <a:ext cx="3481319" cy="595593"/>
          </a:xfrm>
          <a:prstGeom prst="flowChartTerminator">
            <a:avLst/>
          </a:prstGeom>
          <a:solidFill>
            <a:schemeClr val="accent6">
              <a:lumMod val="20000"/>
              <a:lumOff val="80000"/>
            </a:schemeClr>
          </a:solidFill>
          <a:ln>
            <a:solidFill>
              <a:schemeClr val="accent5">
                <a:lumMod val="75000"/>
              </a:schemeClr>
            </a:solidFill>
          </a:ln>
        </p:spPr>
        <p:txBody>
          <a:bodyPr vert="horz" wrap="square" lIns="108000" tIns="54000" rIns="108000" bIns="50400" anchor="ctr">
            <a:noAutofit/>
          </a:bodyPr>
          <a:lstStyle/>
          <a:p>
            <a:pPr algn="ctr"/>
            <a:r>
              <a:rPr lang="en-IN" sz="1600" dirty="0">
                <a:latin typeface="Rockwell" panose="02060603020205020403" pitchFamily="18" charset="0"/>
              </a:rPr>
              <a:t>Asynchronous Execution Model</a:t>
            </a:r>
            <a:endParaRPr lang="zh-CN" altLang="en-US" sz="1600" b="1" i="0" u="none" baseline="0" dirty="0">
              <a:solidFill>
                <a:srgbClr val="000000"/>
              </a:solidFill>
              <a:latin typeface="Rockwell" panose="02060603020205020403" pitchFamily="18" charset="0"/>
              <a:ea typeface="微软雅黑"/>
            </a:endParaRPr>
          </a:p>
        </p:txBody>
      </p:sp>
      <p:sp>
        <p:nvSpPr>
          <p:cNvPr id="18" name="AutoShape 140">
            <a:extLst>
              <a:ext uri="{FF2B5EF4-FFF2-40B4-BE49-F238E27FC236}">
                <a16:creationId xmlns:a16="http://schemas.microsoft.com/office/drawing/2014/main" id="{228DE737-FE43-051A-85E5-C8FAB37F9630}"/>
              </a:ext>
            </a:extLst>
          </p:cNvPr>
          <p:cNvSpPr/>
          <p:nvPr/>
        </p:nvSpPr>
        <p:spPr>
          <a:xfrm>
            <a:off x="867783" y="4653951"/>
            <a:ext cx="4043853" cy="1712185"/>
          </a:xfrm>
          <a:prstGeom prst="flowChartConnector">
            <a:avLst/>
          </a:prstGeom>
          <a:solidFill>
            <a:srgbClr val="DE3A8C">
              <a:alpha val="15000"/>
            </a:srgbClr>
          </a:solidFill>
          <a:ln cap="flat">
            <a:solidFill>
              <a:schemeClr val="accent4">
                <a:lumMod val="75000"/>
              </a:schemeClr>
            </a:solidFill>
            <a:prstDash val="solid"/>
            <a:miter lim="800000"/>
          </a:ln>
        </p:spPr>
        <p:txBody>
          <a:bodyPr vert="horz" lIns="91440" tIns="45720" rIns="91440" bIns="45720" anchor="ctr">
            <a:normAutofit fontScale="77500" lnSpcReduction="20000"/>
          </a:bodyPr>
          <a:lstStyle/>
          <a:p>
            <a:pPr algn="ctr">
              <a:lnSpc>
                <a:spcPct val="150000"/>
              </a:lnSpc>
            </a:pPr>
            <a:r>
              <a:rPr lang="en-US" sz="1600" dirty="0">
                <a:latin typeface="Sitka Small" pitchFamily="2" charset="0"/>
              </a:rPr>
              <a:t>Modify the algorithm to handle </a:t>
            </a:r>
            <a:r>
              <a:rPr lang="en-US" sz="1600" b="1" dirty="0">
                <a:latin typeface="Sitka Small" pitchFamily="2" charset="0"/>
              </a:rPr>
              <a:t>robot failures or malfunctioning robots</a:t>
            </a:r>
            <a:r>
              <a:rPr lang="en-US" sz="1600" dirty="0">
                <a:latin typeface="Sitka Small" pitchFamily="2" charset="0"/>
              </a:rPr>
              <a:t> without affecting the final grid formation.</a:t>
            </a:r>
            <a:endParaRPr lang="en-US" sz="1500" dirty="0">
              <a:latin typeface="Sitka Small" pitchFamily="2" charset="0"/>
            </a:endParaRPr>
          </a:p>
        </p:txBody>
      </p:sp>
      <p:sp>
        <p:nvSpPr>
          <p:cNvPr id="19" name="AutoShape 141">
            <a:extLst>
              <a:ext uri="{FF2B5EF4-FFF2-40B4-BE49-F238E27FC236}">
                <a16:creationId xmlns:a16="http://schemas.microsoft.com/office/drawing/2014/main" id="{38628905-C09E-1928-A727-D4DD53B227EF}"/>
              </a:ext>
            </a:extLst>
          </p:cNvPr>
          <p:cNvSpPr/>
          <p:nvPr/>
        </p:nvSpPr>
        <p:spPr>
          <a:xfrm>
            <a:off x="1125258" y="4285450"/>
            <a:ext cx="3500369" cy="595593"/>
          </a:xfrm>
          <a:prstGeom prst="flowChartTerminator">
            <a:avLst/>
          </a:prstGeom>
          <a:solidFill>
            <a:schemeClr val="accent6">
              <a:lumMod val="20000"/>
              <a:lumOff val="80000"/>
            </a:schemeClr>
          </a:solidFill>
          <a:ln>
            <a:solidFill>
              <a:schemeClr val="accent5">
                <a:lumMod val="75000"/>
              </a:schemeClr>
            </a:solidFill>
          </a:ln>
        </p:spPr>
        <p:txBody>
          <a:bodyPr vert="horz" wrap="square" lIns="108000" tIns="54000" rIns="108000" bIns="50400" anchor="ctr">
            <a:noAutofit/>
          </a:bodyPr>
          <a:lstStyle/>
          <a:p>
            <a:pPr algn="ctr"/>
            <a:r>
              <a:rPr lang="en-IN" sz="1600" dirty="0">
                <a:latin typeface="Rockwell" panose="02060603020205020403" pitchFamily="18" charset="0"/>
                <a:cs typeface="Arial" panose="020B0604020202020204" pitchFamily="34" charset="0"/>
              </a:rPr>
              <a:t>Fault Tolerance</a:t>
            </a:r>
            <a:endParaRPr lang="zh-CN" altLang="en-US" sz="1600" i="0" u="none" baseline="0" dirty="0">
              <a:solidFill>
                <a:srgbClr val="000000"/>
              </a:solidFill>
              <a:latin typeface="Rockwell" panose="02060603020205020403" pitchFamily="18" charset="0"/>
              <a:ea typeface="微软雅黑"/>
              <a:cs typeface="Arial" panose="020B0604020202020204" pitchFamily="34" charset="0"/>
            </a:endParaRPr>
          </a:p>
        </p:txBody>
      </p:sp>
      <p:sp>
        <p:nvSpPr>
          <p:cNvPr id="20" name="AutoShape 140">
            <a:extLst>
              <a:ext uri="{FF2B5EF4-FFF2-40B4-BE49-F238E27FC236}">
                <a16:creationId xmlns:a16="http://schemas.microsoft.com/office/drawing/2014/main" id="{42ED54DD-A6C2-F86D-A37A-CAFA1785B6D6}"/>
              </a:ext>
            </a:extLst>
          </p:cNvPr>
          <p:cNvSpPr/>
          <p:nvPr/>
        </p:nvSpPr>
        <p:spPr>
          <a:xfrm>
            <a:off x="6342998" y="2172168"/>
            <a:ext cx="3786521" cy="1795181"/>
          </a:xfrm>
          <a:prstGeom prst="flowChartConnector">
            <a:avLst/>
          </a:prstGeom>
          <a:solidFill>
            <a:srgbClr val="DE3A8C">
              <a:alpha val="15000"/>
            </a:srgbClr>
          </a:solidFill>
          <a:ln cap="flat">
            <a:solidFill>
              <a:schemeClr val="accent4">
                <a:lumMod val="75000"/>
              </a:schemeClr>
            </a:solidFill>
            <a:prstDash val="solid"/>
            <a:miter lim="800000"/>
          </a:ln>
        </p:spPr>
        <p:txBody>
          <a:bodyPr vert="horz" lIns="91440" tIns="45720" rIns="91440" bIns="45720" anchor="ctr">
            <a:normAutofit/>
          </a:bodyPr>
          <a:lstStyle/>
          <a:p>
            <a:pPr algn="ctr">
              <a:lnSpc>
                <a:spcPct val="110000"/>
              </a:lnSpc>
            </a:pPr>
            <a:r>
              <a:rPr lang="en-US" sz="1300" dirty="0">
                <a:latin typeface="Sitka Small" pitchFamily="2" charset="0"/>
              </a:rPr>
              <a:t>Extend the model to support </a:t>
            </a:r>
            <a:r>
              <a:rPr lang="en-US" sz="1300" b="1" dirty="0">
                <a:latin typeface="Sitka Small" pitchFamily="2" charset="0"/>
              </a:rPr>
              <a:t>obstacles or irregular terrains</a:t>
            </a:r>
            <a:r>
              <a:rPr lang="en-US" sz="1300" dirty="0">
                <a:latin typeface="Sitka Small" pitchFamily="2" charset="0"/>
              </a:rPr>
              <a:t> within the grid environment.</a:t>
            </a:r>
          </a:p>
        </p:txBody>
      </p:sp>
      <p:sp>
        <p:nvSpPr>
          <p:cNvPr id="21" name="AutoShape 141">
            <a:extLst>
              <a:ext uri="{FF2B5EF4-FFF2-40B4-BE49-F238E27FC236}">
                <a16:creationId xmlns:a16="http://schemas.microsoft.com/office/drawing/2014/main" id="{3A77F7D2-7A00-D22F-99CD-EC686C2CD01B}"/>
              </a:ext>
            </a:extLst>
          </p:cNvPr>
          <p:cNvSpPr/>
          <p:nvPr/>
        </p:nvSpPr>
        <p:spPr>
          <a:xfrm>
            <a:off x="6362049" y="1760122"/>
            <a:ext cx="3767471" cy="595593"/>
          </a:xfrm>
          <a:prstGeom prst="flowChartTerminator">
            <a:avLst/>
          </a:prstGeom>
          <a:solidFill>
            <a:schemeClr val="accent6">
              <a:lumMod val="20000"/>
              <a:lumOff val="80000"/>
            </a:schemeClr>
          </a:solidFill>
          <a:ln>
            <a:solidFill>
              <a:schemeClr val="accent5">
                <a:lumMod val="75000"/>
              </a:schemeClr>
            </a:solidFill>
          </a:ln>
        </p:spPr>
        <p:txBody>
          <a:bodyPr vert="horz" wrap="square" lIns="108000" tIns="54000" rIns="108000" bIns="50400" anchor="ctr">
            <a:noAutofit/>
          </a:bodyPr>
          <a:lstStyle/>
          <a:p>
            <a:pPr algn="ctr"/>
            <a:r>
              <a:rPr lang="en-IN" sz="1600" dirty="0">
                <a:latin typeface="Rockwell" panose="02060603020205020403" pitchFamily="18" charset="0"/>
              </a:rPr>
              <a:t>Obstacle-Aware Scattering</a:t>
            </a:r>
            <a:endParaRPr lang="zh-CN" altLang="en-US" sz="1600" b="1" i="0" u="none" baseline="0" dirty="0">
              <a:solidFill>
                <a:srgbClr val="000000"/>
              </a:solidFill>
              <a:latin typeface="Rockwell" panose="02060603020205020403" pitchFamily="18" charset="0"/>
              <a:ea typeface="微软雅黑"/>
            </a:endParaRPr>
          </a:p>
        </p:txBody>
      </p:sp>
      <p:sp>
        <p:nvSpPr>
          <p:cNvPr id="22" name="AutoShape 140">
            <a:extLst>
              <a:ext uri="{FF2B5EF4-FFF2-40B4-BE49-F238E27FC236}">
                <a16:creationId xmlns:a16="http://schemas.microsoft.com/office/drawing/2014/main" id="{D6D3B87C-723F-77A7-D652-21B31219DB96}"/>
              </a:ext>
            </a:extLst>
          </p:cNvPr>
          <p:cNvSpPr/>
          <p:nvPr/>
        </p:nvSpPr>
        <p:spPr>
          <a:xfrm>
            <a:off x="6277116" y="4589070"/>
            <a:ext cx="4043853" cy="1712185"/>
          </a:xfrm>
          <a:prstGeom prst="flowChartConnector">
            <a:avLst/>
          </a:prstGeom>
          <a:solidFill>
            <a:srgbClr val="DE3A8C">
              <a:alpha val="15000"/>
            </a:srgbClr>
          </a:solidFill>
          <a:ln cap="flat">
            <a:solidFill>
              <a:schemeClr val="accent4">
                <a:lumMod val="75000"/>
              </a:schemeClr>
            </a:solidFill>
            <a:prstDash val="solid"/>
            <a:miter lim="800000"/>
          </a:ln>
        </p:spPr>
        <p:txBody>
          <a:bodyPr vert="horz" lIns="91440" tIns="45720" rIns="91440" bIns="45720" anchor="ctr">
            <a:normAutofit/>
          </a:bodyPr>
          <a:lstStyle/>
          <a:p>
            <a:pPr algn="ctr">
              <a:lnSpc>
                <a:spcPct val="120000"/>
              </a:lnSpc>
            </a:pPr>
            <a:r>
              <a:rPr lang="en-US" sz="1300" dirty="0">
                <a:latin typeface="Sitka Small" pitchFamily="2" charset="0"/>
              </a:rPr>
              <a:t>Enable robots to </a:t>
            </a:r>
            <a:r>
              <a:rPr lang="en-US" sz="1300" b="1" dirty="0">
                <a:latin typeface="Sitka Small" pitchFamily="2" charset="0"/>
              </a:rPr>
              <a:t>re-scatter automatically</a:t>
            </a:r>
            <a:r>
              <a:rPr lang="en-US" sz="1300" dirty="0">
                <a:latin typeface="Sitka Small" pitchFamily="2" charset="0"/>
              </a:rPr>
              <a:t> when new robots are added or existing robots are removed.</a:t>
            </a:r>
          </a:p>
        </p:txBody>
      </p:sp>
      <p:sp>
        <p:nvSpPr>
          <p:cNvPr id="23" name="AutoShape 141">
            <a:extLst>
              <a:ext uri="{FF2B5EF4-FFF2-40B4-BE49-F238E27FC236}">
                <a16:creationId xmlns:a16="http://schemas.microsoft.com/office/drawing/2014/main" id="{2C4456CD-1586-3553-6EB2-63C3ABD161C4}"/>
              </a:ext>
            </a:extLst>
          </p:cNvPr>
          <p:cNvSpPr/>
          <p:nvPr/>
        </p:nvSpPr>
        <p:spPr>
          <a:xfrm>
            <a:off x="6491052" y="4203151"/>
            <a:ext cx="3500369" cy="595593"/>
          </a:xfrm>
          <a:prstGeom prst="flowChartTerminator">
            <a:avLst/>
          </a:prstGeom>
          <a:solidFill>
            <a:schemeClr val="accent6">
              <a:lumMod val="20000"/>
              <a:lumOff val="80000"/>
            </a:schemeClr>
          </a:solidFill>
          <a:ln>
            <a:solidFill>
              <a:schemeClr val="accent5">
                <a:lumMod val="75000"/>
              </a:schemeClr>
            </a:solidFill>
          </a:ln>
        </p:spPr>
        <p:txBody>
          <a:bodyPr vert="horz" wrap="square" lIns="108000" tIns="54000" rIns="108000" bIns="50400" anchor="ctr">
            <a:noAutofit/>
          </a:bodyPr>
          <a:lstStyle/>
          <a:p>
            <a:pPr algn="ctr"/>
            <a:r>
              <a:rPr lang="en-IN" sz="1600" dirty="0">
                <a:latin typeface="Rockwell" panose="02060603020205020403" pitchFamily="18" charset="0"/>
              </a:rPr>
              <a:t>Dynamic Environment Handling</a:t>
            </a:r>
            <a:endParaRPr lang="zh-CN" altLang="en-US" sz="1600" b="1" i="0" u="none" baseline="0" dirty="0">
              <a:solidFill>
                <a:srgbClr val="000000"/>
              </a:solidFill>
              <a:latin typeface="Rockwell" panose="02060603020205020403" pitchFamily="18" charset="0"/>
              <a:ea typeface="微软雅黑"/>
            </a:endParaRPr>
          </a:p>
        </p:txBody>
      </p:sp>
    </p:spTree>
    <p:extLst>
      <p:ext uri="{BB962C8B-B14F-4D97-AF65-F5344CB8AC3E}">
        <p14:creationId xmlns:p14="http://schemas.microsoft.com/office/powerpoint/2010/main" val="1662352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750"/>
                                        <p:tgtEl>
                                          <p:spTgt spid="2"/>
                                        </p:tgtEl>
                                      </p:cBhvr>
                                    </p:animEffect>
                                  </p:childTnLst>
                                </p:cTn>
                              </p:par>
                            </p:childTnLst>
                          </p:cTn>
                        </p:par>
                        <p:par>
                          <p:cTn id="8" fill="hold">
                            <p:stCondLst>
                              <p:cond delay="750"/>
                            </p:stCondLst>
                            <p:childTnLst>
                              <p:par>
                                <p:cTn id="9" presetID="17" presetClass="entr" presetSubtype="4" fill="hold" nodeType="afterEffect">
                                  <p:stCondLst>
                                    <p:cond delay="0"/>
                                  </p:stCondLst>
                                  <p:childTnLst>
                                    <p:anim calcmode="lin" valueType="num">
                                      <p:cBhvr additive="base">
                                        <p:cTn id="10" dur="500" fill="hold"/>
                                        <p:tgtEl>
                                          <p:spTgt spid="17"/>
                                        </p:tgtEl>
                                        <p:attrNameLst>
                                          <p:attrName>ppt_x</p:attrName>
                                        </p:attrNameLst>
                                      </p:cBhvr>
                                      <p:tavLst>
                                        <p:tav tm="0">
                                          <p:val>
                                            <p:strVal val="#ppt_x"/>
                                          </p:val>
                                        </p:tav>
                                        <p:tav tm="100000">
                                          <p:val>
                                            <p:strVal val="#ppt_x"/>
                                          </p:val>
                                        </p:tav>
                                      </p:tavLst>
                                    </p:anim>
                                    <p:anim calcmode="lin" valueType="num">
                                      <p:cBhvr additive="base">
                                        <p:cTn id="11" dur="500" fill="hold"/>
                                        <p:tgtEl>
                                          <p:spTgt spid="17"/>
                                        </p:tgtEl>
                                        <p:attrNameLst>
                                          <p:attrName>ppt_y</p:attrName>
                                        </p:attrNameLst>
                                      </p:cBhvr>
                                      <p:tavLst>
                                        <p:tav tm="0">
                                          <p:val>
                                            <p:strVal val="#ppt_y+#ppt_h/2"/>
                                          </p:val>
                                        </p:tav>
                                        <p:tav tm="100000">
                                          <p:val>
                                            <p:strVal val="#ppt_y"/>
                                          </p:val>
                                        </p:tav>
                                      </p:tavLst>
                                    </p:anim>
                                    <p:anim calcmode="lin" valueType="num">
                                      <p:cBhvr additive="base">
                                        <p:cTn id="12" dur="500" fill="hold"/>
                                        <p:tgtEl>
                                          <p:spTgt spid="17"/>
                                        </p:tgtEl>
                                        <p:attrNameLst>
                                          <p:attrName>ppt_w</p:attrName>
                                        </p:attrNameLst>
                                      </p:cBhvr>
                                      <p:tavLst>
                                        <p:tav tm="0">
                                          <p:val>
                                            <p:strVal val="#ppt_w"/>
                                          </p:val>
                                        </p:tav>
                                        <p:tav tm="100000">
                                          <p:val>
                                            <p:strVal val="#ppt_w"/>
                                          </p:val>
                                        </p:tav>
                                      </p:tavLst>
                                    </p:anim>
                                    <p:anim calcmode="lin" valueType="num">
                                      <p:cBhvr additive="base">
                                        <p:cTn id="13" dur="500" fill="hold"/>
                                        <p:tgtEl>
                                          <p:spTgt spid="17"/>
                                        </p:tgtEl>
                                        <p:attrNameLst>
                                          <p:attrName>ppt_h</p:attrName>
                                        </p:attrNameLst>
                                      </p:cBhvr>
                                      <p:tavLst>
                                        <p:tav tm="0">
                                          <p:val>
                                            <p:fltVal val="0"/>
                                          </p:val>
                                        </p:tav>
                                        <p:tav tm="100000">
                                          <p:val>
                                            <p:strVal val="#ppt_h"/>
                                          </p:val>
                                        </p:tav>
                                      </p:tavLst>
                                    </p:anim>
                                    <p:set>
                                      <p:cBhvr additive="base">
                                        <p:cTn id="14" dur="500" fill="hold">
                                          <p:stCondLst>
                                            <p:cond delay="0"/>
                                          </p:stCondLst>
                                        </p:cTn>
                                        <p:tgtEl>
                                          <p:spTgt spid="17"/>
                                        </p:tgtEl>
                                        <p:attrNameLst>
                                          <p:attrName>style.visibility</p:attrName>
                                        </p:attrNameLst>
                                      </p:cBhvr>
                                      <p:to>
                                        <p:strVal val="visible"/>
                                      </p:to>
                                    </p:set>
                                  </p:childTnLst>
                                </p:cTn>
                              </p:par>
                            </p:childTnLst>
                          </p:cTn>
                        </p:par>
                        <p:par>
                          <p:cTn id="15" fill="hold">
                            <p:stCondLst>
                              <p:cond delay="1250"/>
                            </p:stCondLst>
                            <p:childTnLst>
                              <p:par>
                                <p:cTn id="16" presetID="5" presetClass="entr" presetSubtype="10" fill="hold" nodeType="afterEffect">
                                  <p:stCondLst>
                                    <p:cond delay="0"/>
                                  </p:stCondLst>
                                  <p:childTnLst>
                                    <p:animEffect transition="in" filter="checkerboard(across)">
                                      <p:cBhvr>
                                        <p:cTn id="17" dur="1000"/>
                                        <p:tgtEl>
                                          <p:spTgt spid="16"/>
                                        </p:tgtEl>
                                      </p:cBhvr>
                                    </p:animEffect>
                                    <p:set>
                                      <p:cBhvr>
                                        <p:cTn id="18" dur="1000" fill="hold">
                                          <p:stCondLst>
                                            <p:cond delay="0"/>
                                          </p:stCondLst>
                                        </p:cTn>
                                        <p:tgtEl>
                                          <p:spTgt spid="16"/>
                                        </p:tgtEl>
                                        <p:attrNameLst>
                                          <p:attrName>style.visibility</p:attrName>
                                        </p:attrNameLst>
                                      </p:cBhvr>
                                      <p:to>
                                        <p:strVal val="visible"/>
                                      </p:to>
                                    </p:set>
                                  </p:childTnLst>
                                </p:cTn>
                              </p:par>
                            </p:childTnLst>
                          </p:cTn>
                        </p:par>
                        <p:par>
                          <p:cTn id="19" fill="hold">
                            <p:stCondLst>
                              <p:cond delay="2250"/>
                            </p:stCondLst>
                            <p:childTnLst>
                              <p:par>
                                <p:cTn id="20" presetID="17" presetClass="entr" presetSubtype="4" fill="hold" nodeType="afterEffect">
                                  <p:stCondLst>
                                    <p:cond delay="0"/>
                                  </p:stCondLst>
                                  <p:childTnLst>
                                    <p:anim calcmode="lin" valueType="num">
                                      <p:cBhvr additive="base">
                                        <p:cTn id="21" dur="500" fill="hold"/>
                                        <p:tgtEl>
                                          <p:spTgt spid="19"/>
                                        </p:tgtEl>
                                        <p:attrNameLst>
                                          <p:attrName>ppt_x</p:attrName>
                                        </p:attrNameLst>
                                      </p:cBhvr>
                                      <p:tavLst>
                                        <p:tav tm="0">
                                          <p:val>
                                            <p:strVal val="#ppt_x"/>
                                          </p:val>
                                        </p:tav>
                                        <p:tav tm="100000">
                                          <p:val>
                                            <p:strVal val="#ppt_x"/>
                                          </p:val>
                                        </p:tav>
                                      </p:tavLst>
                                    </p:anim>
                                    <p:anim calcmode="lin" valueType="num">
                                      <p:cBhvr additive="base">
                                        <p:cTn id="22" dur="500" fill="hold"/>
                                        <p:tgtEl>
                                          <p:spTgt spid="19"/>
                                        </p:tgtEl>
                                        <p:attrNameLst>
                                          <p:attrName>ppt_y</p:attrName>
                                        </p:attrNameLst>
                                      </p:cBhvr>
                                      <p:tavLst>
                                        <p:tav tm="0">
                                          <p:val>
                                            <p:strVal val="#ppt_y+#ppt_h/2"/>
                                          </p:val>
                                        </p:tav>
                                        <p:tav tm="100000">
                                          <p:val>
                                            <p:strVal val="#ppt_y"/>
                                          </p:val>
                                        </p:tav>
                                      </p:tavLst>
                                    </p:anim>
                                    <p:anim calcmode="lin" valueType="num">
                                      <p:cBhvr additive="base">
                                        <p:cTn id="23" dur="500" fill="hold"/>
                                        <p:tgtEl>
                                          <p:spTgt spid="19"/>
                                        </p:tgtEl>
                                        <p:attrNameLst>
                                          <p:attrName>ppt_w</p:attrName>
                                        </p:attrNameLst>
                                      </p:cBhvr>
                                      <p:tavLst>
                                        <p:tav tm="0">
                                          <p:val>
                                            <p:strVal val="#ppt_w"/>
                                          </p:val>
                                        </p:tav>
                                        <p:tav tm="100000">
                                          <p:val>
                                            <p:strVal val="#ppt_w"/>
                                          </p:val>
                                        </p:tav>
                                      </p:tavLst>
                                    </p:anim>
                                    <p:anim calcmode="lin" valueType="num">
                                      <p:cBhvr additive="base">
                                        <p:cTn id="24" dur="500" fill="hold"/>
                                        <p:tgtEl>
                                          <p:spTgt spid="19"/>
                                        </p:tgtEl>
                                        <p:attrNameLst>
                                          <p:attrName>ppt_h</p:attrName>
                                        </p:attrNameLst>
                                      </p:cBhvr>
                                      <p:tavLst>
                                        <p:tav tm="0">
                                          <p:val>
                                            <p:fltVal val="0"/>
                                          </p:val>
                                        </p:tav>
                                        <p:tav tm="100000">
                                          <p:val>
                                            <p:strVal val="#ppt_h"/>
                                          </p:val>
                                        </p:tav>
                                      </p:tavLst>
                                    </p:anim>
                                    <p:set>
                                      <p:cBhvr additive="base">
                                        <p:cTn id="25" dur="500" fill="hold">
                                          <p:stCondLst>
                                            <p:cond delay="0"/>
                                          </p:stCondLst>
                                        </p:cTn>
                                        <p:tgtEl>
                                          <p:spTgt spid="19"/>
                                        </p:tgtEl>
                                        <p:attrNameLst>
                                          <p:attrName>style.visibility</p:attrName>
                                        </p:attrNameLst>
                                      </p:cBhvr>
                                      <p:to>
                                        <p:strVal val="visible"/>
                                      </p:to>
                                    </p:set>
                                  </p:childTnLst>
                                </p:cTn>
                              </p:par>
                            </p:childTnLst>
                          </p:cTn>
                        </p:par>
                        <p:par>
                          <p:cTn id="26" fill="hold">
                            <p:stCondLst>
                              <p:cond delay="2750"/>
                            </p:stCondLst>
                            <p:childTnLst>
                              <p:par>
                                <p:cTn id="27" presetID="5" presetClass="entr" presetSubtype="10" fill="hold" nodeType="afterEffect">
                                  <p:stCondLst>
                                    <p:cond delay="0"/>
                                  </p:stCondLst>
                                  <p:childTnLst>
                                    <p:animEffect transition="in" filter="checkerboard(across)">
                                      <p:cBhvr>
                                        <p:cTn id="28" dur="1000"/>
                                        <p:tgtEl>
                                          <p:spTgt spid="18"/>
                                        </p:tgtEl>
                                      </p:cBhvr>
                                    </p:animEffect>
                                    <p:set>
                                      <p:cBhvr>
                                        <p:cTn id="29" dur="1000" fill="hold">
                                          <p:stCondLst>
                                            <p:cond delay="0"/>
                                          </p:stCondLst>
                                        </p:cTn>
                                        <p:tgtEl>
                                          <p:spTgt spid="18"/>
                                        </p:tgtEl>
                                        <p:attrNameLst>
                                          <p:attrName>style.visibility</p:attrName>
                                        </p:attrNameLst>
                                      </p:cBhvr>
                                      <p:to>
                                        <p:strVal val="visible"/>
                                      </p:to>
                                    </p:set>
                                  </p:childTnLst>
                                </p:cTn>
                              </p:par>
                            </p:childTnLst>
                          </p:cTn>
                        </p:par>
                        <p:par>
                          <p:cTn id="30" fill="hold">
                            <p:stCondLst>
                              <p:cond delay="3750"/>
                            </p:stCondLst>
                            <p:childTnLst>
                              <p:par>
                                <p:cTn id="31" presetID="17" presetClass="entr" presetSubtype="4" fill="hold" nodeType="afterEffect">
                                  <p:stCondLst>
                                    <p:cond delay="0"/>
                                  </p:stCondLst>
                                  <p:childTnLst>
                                    <p:anim calcmode="lin" valueType="num">
                                      <p:cBhvr additive="base">
                                        <p:cTn id="32" dur="500" fill="hold"/>
                                        <p:tgtEl>
                                          <p:spTgt spid="21"/>
                                        </p:tgtEl>
                                        <p:attrNameLst>
                                          <p:attrName>ppt_x</p:attrName>
                                        </p:attrNameLst>
                                      </p:cBhvr>
                                      <p:tavLst>
                                        <p:tav tm="0">
                                          <p:val>
                                            <p:strVal val="#ppt_x"/>
                                          </p:val>
                                        </p:tav>
                                        <p:tav tm="100000">
                                          <p:val>
                                            <p:strVal val="#ppt_x"/>
                                          </p:val>
                                        </p:tav>
                                      </p:tavLst>
                                    </p:anim>
                                    <p:anim calcmode="lin" valueType="num">
                                      <p:cBhvr additive="base">
                                        <p:cTn id="33" dur="500" fill="hold"/>
                                        <p:tgtEl>
                                          <p:spTgt spid="21"/>
                                        </p:tgtEl>
                                        <p:attrNameLst>
                                          <p:attrName>ppt_y</p:attrName>
                                        </p:attrNameLst>
                                      </p:cBhvr>
                                      <p:tavLst>
                                        <p:tav tm="0">
                                          <p:val>
                                            <p:strVal val="#ppt_y+#ppt_h/2"/>
                                          </p:val>
                                        </p:tav>
                                        <p:tav tm="100000">
                                          <p:val>
                                            <p:strVal val="#ppt_y"/>
                                          </p:val>
                                        </p:tav>
                                      </p:tavLst>
                                    </p:anim>
                                    <p:anim calcmode="lin" valueType="num">
                                      <p:cBhvr additive="base">
                                        <p:cTn id="34" dur="500" fill="hold"/>
                                        <p:tgtEl>
                                          <p:spTgt spid="21"/>
                                        </p:tgtEl>
                                        <p:attrNameLst>
                                          <p:attrName>ppt_w</p:attrName>
                                        </p:attrNameLst>
                                      </p:cBhvr>
                                      <p:tavLst>
                                        <p:tav tm="0">
                                          <p:val>
                                            <p:strVal val="#ppt_w"/>
                                          </p:val>
                                        </p:tav>
                                        <p:tav tm="100000">
                                          <p:val>
                                            <p:strVal val="#ppt_w"/>
                                          </p:val>
                                        </p:tav>
                                      </p:tavLst>
                                    </p:anim>
                                    <p:anim calcmode="lin" valueType="num">
                                      <p:cBhvr additive="base">
                                        <p:cTn id="35" dur="500" fill="hold"/>
                                        <p:tgtEl>
                                          <p:spTgt spid="21"/>
                                        </p:tgtEl>
                                        <p:attrNameLst>
                                          <p:attrName>ppt_h</p:attrName>
                                        </p:attrNameLst>
                                      </p:cBhvr>
                                      <p:tavLst>
                                        <p:tav tm="0">
                                          <p:val>
                                            <p:fltVal val="0"/>
                                          </p:val>
                                        </p:tav>
                                        <p:tav tm="100000">
                                          <p:val>
                                            <p:strVal val="#ppt_h"/>
                                          </p:val>
                                        </p:tav>
                                      </p:tavLst>
                                    </p:anim>
                                    <p:set>
                                      <p:cBhvr additive="base">
                                        <p:cTn id="36" dur="500" fill="hold">
                                          <p:stCondLst>
                                            <p:cond delay="0"/>
                                          </p:stCondLst>
                                        </p:cTn>
                                        <p:tgtEl>
                                          <p:spTgt spid="21"/>
                                        </p:tgtEl>
                                        <p:attrNameLst>
                                          <p:attrName>style.visibility</p:attrName>
                                        </p:attrNameLst>
                                      </p:cBhvr>
                                      <p:to>
                                        <p:strVal val="visible"/>
                                      </p:to>
                                    </p:set>
                                  </p:childTnLst>
                                </p:cTn>
                              </p:par>
                            </p:childTnLst>
                          </p:cTn>
                        </p:par>
                        <p:par>
                          <p:cTn id="37" fill="hold">
                            <p:stCondLst>
                              <p:cond delay="4250"/>
                            </p:stCondLst>
                            <p:childTnLst>
                              <p:par>
                                <p:cTn id="38" presetID="5" presetClass="entr" presetSubtype="10" fill="hold" nodeType="afterEffect">
                                  <p:stCondLst>
                                    <p:cond delay="0"/>
                                  </p:stCondLst>
                                  <p:childTnLst>
                                    <p:animEffect transition="in" filter="checkerboard(across)">
                                      <p:cBhvr>
                                        <p:cTn id="39" dur="1000"/>
                                        <p:tgtEl>
                                          <p:spTgt spid="20"/>
                                        </p:tgtEl>
                                      </p:cBhvr>
                                    </p:animEffect>
                                    <p:set>
                                      <p:cBhvr>
                                        <p:cTn id="40" dur="1000" fill="hold">
                                          <p:stCondLst>
                                            <p:cond delay="0"/>
                                          </p:stCondLst>
                                        </p:cTn>
                                        <p:tgtEl>
                                          <p:spTgt spid="20"/>
                                        </p:tgtEl>
                                        <p:attrNameLst>
                                          <p:attrName>style.visibility</p:attrName>
                                        </p:attrNameLst>
                                      </p:cBhvr>
                                      <p:to>
                                        <p:strVal val="visible"/>
                                      </p:to>
                                    </p:set>
                                  </p:childTnLst>
                                </p:cTn>
                              </p:par>
                            </p:childTnLst>
                          </p:cTn>
                        </p:par>
                        <p:par>
                          <p:cTn id="41" fill="hold">
                            <p:stCondLst>
                              <p:cond delay="5250"/>
                            </p:stCondLst>
                            <p:childTnLst>
                              <p:par>
                                <p:cTn id="42" presetID="17" presetClass="entr" presetSubtype="4" fill="hold" nodeType="afterEffect">
                                  <p:stCondLst>
                                    <p:cond delay="0"/>
                                  </p:stCondLst>
                                  <p:childTnLst>
                                    <p:anim calcmode="lin" valueType="num">
                                      <p:cBhvr additive="base">
                                        <p:cTn id="43" dur="500" fill="hold"/>
                                        <p:tgtEl>
                                          <p:spTgt spid="23"/>
                                        </p:tgtEl>
                                        <p:attrNameLst>
                                          <p:attrName>ppt_x</p:attrName>
                                        </p:attrNameLst>
                                      </p:cBhvr>
                                      <p:tavLst>
                                        <p:tav tm="0">
                                          <p:val>
                                            <p:strVal val="#ppt_x"/>
                                          </p:val>
                                        </p:tav>
                                        <p:tav tm="100000">
                                          <p:val>
                                            <p:strVal val="#ppt_x"/>
                                          </p:val>
                                        </p:tav>
                                      </p:tavLst>
                                    </p:anim>
                                    <p:anim calcmode="lin" valueType="num">
                                      <p:cBhvr additive="base">
                                        <p:cTn id="44" dur="500" fill="hold"/>
                                        <p:tgtEl>
                                          <p:spTgt spid="23"/>
                                        </p:tgtEl>
                                        <p:attrNameLst>
                                          <p:attrName>ppt_y</p:attrName>
                                        </p:attrNameLst>
                                      </p:cBhvr>
                                      <p:tavLst>
                                        <p:tav tm="0">
                                          <p:val>
                                            <p:strVal val="#ppt_y+#ppt_h/2"/>
                                          </p:val>
                                        </p:tav>
                                        <p:tav tm="100000">
                                          <p:val>
                                            <p:strVal val="#ppt_y"/>
                                          </p:val>
                                        </p:tav>
                                      </p:tavLst>
                                    </p:anim>
                                    <p:anim calcmode="lin" valueType="num">
                                      <p:cBhvr additive="base">
                                        <p:cTn id="45" dur="500" fill="hold"/>
                                        <p:tgtEl>
                                          <p:spTgt spid="23"/>
                                        </p:tgtEl>
                                        <p:attrNameLst>
                                          <p:attrName>ppt_w</p:attrName>
                                        </p:attrNameLst>
                                      </p:cBhvr>
                                      <p:tavLst>
                                        <p:tav tm="0">
                                          <p:val>
                                            <p:strVal val="#ppt_w"/>
                                          </p:val>
                                        </p:tav>
                                        <p:tav tm="100000">
                                          <p:val>
                                            <p:strVal val="#ppt_w"/>
                                          </p:val>
                                        </p:tav>
                                      </p:tavLst>
                                    </p:anim>
                                    <p:anim calcmode="lin" valueType="num">
                                      <p:cBhvr additive="base">
                                        <p:cTn id="46" dur="500" fill="hold"/>
                                        <p:tgtEl>
                                          <p:spTgt spid="23"/>
                                        </p:tgtEl>
                                        <p:attrNameLst>
                                          <p:attrName>ppt_h</p:attrName>
                                        </p:attrNameLst>
                                      </p:cBhvr>
                                      <p:tavLst>
                                        <p:tav tm="0">
                                          <p:val>
                                            <p:fltVal val="0"/>
                                          </p:val>
                                        </p:tav>
                                        <p:tav tm="100000">
                                          <p:val>
                                            <p:strVal val="#ppt_h"/>
                                          </p:val>
                                        </p:tav>
                                      </p:tavLst>
                                    </p:anim>
                                    <p:set>
                                      <p:cBhvr additive="base">
                                        <p:cTn id="47" dur="500" fill="hold">
                                          <p:stCondLst>
                                            <p:cond delay="0"/>
                                          </p:stCondLst>
                                        </p:cTn>
                                        <p:tgtEl>
                                          <p:spTgt spid="23"/>
                                        </p:tgtEl>
                                        <p:attrNameLst>
                                          <p:attrName>style.visibility</p:attrName>
                                        </p:attrNameLst>
                                      </p:cBhvr>
                                      <p:to>
                                        <p:strVal val="visible"/>
                                      </p:to>
                                    </p:set>
                                  </p:childTnLst>
                                </p:cTn>
                              </p:par>
                            </p:childTnLst>
                          </p:cTn>
                        </p:par>
                        <p:par>
                          <p:cTn id="48" fill="hold">
                            <p:stCondLst>
                              <p:cond delay="5750"/>
                            </p:stCondLst>
                            <p:childTnLst>
                              <p:par>
                                <p:cTn id="49" presetID="5" presetClass="entr" presetSubtype="10" fill="hold" nodeType="afterEffect">
                                  <p:stCondLst>
                                    <p:cond delay="0"/>
                                  </p:stCondLst>
                                  <p:childTnLst>
                                    <p:animEffect transition="in" filter="checkerboard(across)">
                                      <p:cBhvr>
                                        <p:cTn id="50" dur="1000"/>
                                        <p:tgtEl>
                                          <p:spTgt spid="22"/>
                                        </p:tgtEl>
                                      </p:cBhvr>
                                    </p:animEffect>
                                    <p:set>
                                      <p:cBhvr>
                                        <p:cTn id="51" dur="1000"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143B7-3CC3-5B98-19F5-F1C959A22A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FC3C6F-1300-C67A-A31A-F025CC8685D3}"/>
              </a:ext>
            </a:extLst>
          </p:cNvPr>
          <p:cNvSpPr>
            <a:spLocks noGrp="1"/>
          </p:cNvSpPr>
          <p:nvPr>
            <p:ph type="title"/>
          </p:nvPr>
        </p:nvSpPr>
        <p:spPr>
          <a:xfrm>
            <a:off x="782320" y="1034841"/>
            <a:ext cx="4532630" cy="558799"/>
          </a:xfrm>
        </p:spPr>
        <p:txBody>
          <a:bodyPr>
            <a:noAutofit/>
          </a:bodyPr>
          <a:lstStyle/>
          <a:p>
            <a:r>
              <a:rPr lang="en-US" b="1" dirty="0">
                <a:solidFill>
                  <a:schemeClr val="tx1"/>
                </a:solidFill>
                <a:latin typeface="Cambria" panose="02040503050406030204" pitchFamily="18" charset="0"/>
                <a:ea typeface="Cambria" panose="02040503050406030204" pitchFamily="18" charset="0"/>
                <a:cs typeface="Arial" panose="020B0604020202020204" pitchFamily="34" charset="0"/>
              </a:rPr>
              <a:t>conclusion</a:t>
            </a:r>
          </a:p>
        </p:txBody>
      </p:sp>
      <p:sp>
        <p:nvSpPr>
          <p:cNvPr id="6" name="Slide Number Placeholder 5">
            <a:extLst>
              <a:ext uri="{FF2B5EF4-FFF2-40B4-BE49-F238E27FC236}">
                <a16:creationId xmlns:a16="http://schemas.microsoft.com/office/drawing/2014/main" id="{7CBB151F-797C-9A85-BDBC-C41D3DCE8DFC}"/>
              </a:ext>
            </a:extLst>
          </p:cNvPr>
          <p:cNvSpPr>
            <a:spLocks noGrp="1"/>
          </p:cNvSpPr>
          <p:nvPr>
            <p:ph type="sldNum" sz="quarter" idx="4"/>
          </p:nvPr>
        </p:nvSpPr>
        <p:spPr/>
        <p:txBody>
          <a:bodyPr/>
          <a:lstStyle/>
          <a:p>
            <a:fld id="{D57F1E4F-1CFF-5643-939E-02111984F565}" type="slidenum">
              <a:rPr lang="en-US" smtClean="0"/>
              <a:pPr/>
              <a:t>29</a:t>
            </a:fld>
            <a:endParaRPr lang="en-US" dirty="0"/>
          </a:p>
        </p:txBody>
      </p:sp>
      <p:sp>
        <p:nvSpPr>
          <p:cNvPr id="10" name="TextBox 9">
            <a:extLst>
              <a:ext uri="{FF2B5EF4-FFF2-40B4-BE49-F238E27FC236}">
                <a16:creationId xmlns:a16="http://schemas.microsoft.com/office/drawing/2014/main" id="{BF9EC135-DA09-AF70-8361-6BF4D7473E98}"/>
              </a:ext>
            </a:extLst>
          </p:cNvPr>
          <p:cNvSpPr txBox="1"/>
          <p:nvPr/>
        </p:nvSpPr>
        <p:spPr>
          <a:xfrm>
            <a:off x="850392" y="2084832"/>
            <a:ext cx="7245858" cy="3046988"/>
          </a:xfrm>
          <a:prstGeom prst="rect">
            <a:avLst/>
          </a:prstGeom>
          <a:noFill/>
        </p:spPr>
        <p:txBody>
          <a:bodyPr wrap="square" rtlCol="0">
            <a:spAutoFit/>
          </a:bodyPr>
          <a:lstStyle/>
          <a:p>
            <a:r>
              <a:rPr lang="en-US" sz="1600" dirty="0">
                <a:latin typeface="Rockwell" panose="02060603020205020403" pitchFamily="18" charset="0"/>
              </a:rPr>
              <a:t>This work presents an effective distributed algorithm for achieving uniform scattering of autonomous robots on alternate nodes of a two-dimensional grid. By relying solely on local observations and the Look–Compute–Move cycle, the robots organize themselves without centralized control or communication.</a:t>
            </a:r>
          </a:p>
          <a:p>
            <a:endParaRPr lang="en-US" sz="1600" dirty="0">
              <a:latin typeface="Rockwell" panose="02060603020205020403" pitchFamily="18" charset="0"/>
            </a:endParaRPr>
          </a:p>
          <a:p>
            <a:r>
              <a:rPr lang="en-US" sz="1600" dirty="0">
                <a:latin typeface="Rockwell" panose="02060603020205020403" pitchFamily="18" charset="0"/>
              </a:rPr>
              <a:t>The algorithm ensures safe and efficient robot deployment by preventing collisions and deadlocks while guaranteeing convergence in finite time. The results demonstrate the potential of swarm robotics in creating organized formations and improving area coverage, making it suitable for applications such as surveillance, environmental monitoring, agriculture, and disaster management.</a:t>
            </a:r>
          </a:p>
        </p:txBody>
      </p:sp>
      <p:pic>
        <p:nvPicPr>
          <p:cNvPr id="4" name="Picture 3">
            <a:extLst>
              <a:ext uri="{FF2B5EF4-FFF2-40B4-BE49-F238E27FC236}">
                <a16:creationId xmlns:a16="http://schemas.microsoft.com/office/drawing/2014/main" id="{D8630F84-2BDE-D4AE-E39F-87E3FD0A51A2}"/>
              </a:ext>
            </a:extLst>
          </p:cNvPr>
          <p:cNvPicPr>
            <a:picLocks noChangeAspect="1"/>
          </p:cNvPicPr>
          <p:nvPr/>
        </p:nvPicPr>
        <p:blipFill>
          <a:blip r:embed="rId3"/>
          <a:stretch>
            <a:fillRect/>
          </a:stretch>
        </p:blipFill>
        <p:spPr>
          <a:xfrm>
            <a:off x="7998458" y="1453787"/>
            <a:ext cx="3950426" cy="3950426"/>
          </a:xfrm>
          <a:prstGeom prst="rect">
            <a:avLst/>
          </a:prstGeom>
        </p:spPr>
      </p:pic>
    </p:spTree>
    <p:extLst>
      <p:ext uri="{BB962C8B-B14F-4D97-AF65-F5344CB8AC3E}">
        <p14:creationId xmlns:p14="http://schemas.microsoft.com/office/powerpoint/2010/main" val="1123205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750"/>
                                        <p:tgtEl>
                                          <p:spTgt spid="2"/>
                                        </p:tgtEl>
                                      </p:cBhvr>
                                    </p:animEffect>
                                  </p:childTnLst>
                                </p:cTn>
                              </p:par>
                            </p:childTnLst>
                          </p:cTn>
                        </p:par>
                        <p:par>
                          <p:cTn id="8" fill="hold">
                            <p:stCondLst>
                              <p:cond delay="750"/>
                            </p:stCondLst>
                            <p:childTnLst>
                              <p:par>
                                <p:cTn id="9" presetID="47"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anim calcmode="lin" valueType="num">
                                      <p:cBhvr>
                                        <p:cTn id="12" dur="1000" fill="hold"/>
                                        <p:tgtEl>
                                          <p:spTgt spid="10"/>
                                        </p:tgtEl>
                                        <p:attrNameLst>
                                          <p:attrName>ppt_x</p:attrName>
                                        </p:attrNameLst>
                                      </p:cBhvr>
                                      <p:tavLst>
                                        <p:tav tm="0">
                                          <p:val>
                                            <p:strVal val="#ppt_x"/>
                                          </p:val>
                                        </p:tav>
                                        <p:tav tm="100000">
                                          <p:val>
                                            <p:strVal val="#ppt_x"/>
                                          </p:val>
                                        </p:tav>
                                      </p:tavLst>
                                    </p:anim>
                                    <p:anim calcmode="lin" valueType="num">
                                      <p:cBhvr>
                                        <p:cTn id="1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E8BD5-B890-A599-54EC-AA98423AD0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2385CE-F1CC-3E90-1B87-2711805406EB}"/>
              </a:ext>
            </a:extLst>
          </p:cNvPr>
          <p:cNvSpPr>
            <a:spLocks noGrp="1"/>
          </p:cNvSpPr>
          <p:nvPr>
            <p:ph type="title"/>
          </p:nvPr>
        </p:nvSpPr>
        <p:spPr>
          <a:xfrm>
            <a:off x="782320" y="1034841"/>
            <a:ext cx="4532630" cy="558799"/>
          </a:xfrm>
        </p:spPr>
        <p:txBody>
          <a:bodyPr>
            <a:noAutofit/>
          </a:bodyPr>
          <a:lstStyle/>
          <a:p>
            <a:r>
              <a:rPr lang="en-US" b="1" dirty="0">
                <a:solidFill>
                  <a:schemeClr val="tx1"/>
                </a:solidFill>
                <a:latin typeface="Cambria" panose="02040503050406030204" pitchFamily="18" charset="0"/>
                <a:ea typeface="Cambria" panose="02040503050406030204" pitchFamily="18" charset="0"/>
                <a:cs typeface="Arial" panose="020B0604020202020204" pitchFamily="34" charset="0"/>
              </a:rPr>
              <a:t>references</a:t>
            </a:r>
          </a:p>
        </p:txBody>
      </p:sp>
      <p:sp>
        <p:nvSpPr>
          <p:cNvPr id="6" name="Slide Number Placeholder 5">
            <a:extLst>
              <a:ext uri="{FF2B5EF4-FFF2-40B4-BE49-F238E27FC236}">
                <a16:creationId xmlns:a16="http://schemas.microsoft.com/office/drawing/2014/main" id="{69B0BCD6-A69D-61B7-DABE-FB8B7902CEC5}"/>
              </a:ext>
            </a:extLst>
          </p:cNvPr>
          <p:cNvSpPr>
            <a:spLocks noGrp="1"/>
          </p:cNvSpPr>
          <p:nvPr>
            <p:ph type="sldNum" sz="quarter" idx="4"/>
          </p:nvPr>
        </p:nvSpPr>
        <p:spPr/>
        <p:txBody>
          <a:bodyPr/>
          <a:lstStyle/>
          <a:p>
            <a:fld id="{D57F1E4F-1CFF-5643-939E-02111984F565}" type="slidenum">
              <a:rPr lang="en-US" smtClean="0"/>
              <a:pPr/>
              <a:t>30</a:t>
            </a:fld>
            <a:endParaRPr lang="en-US" dirty="0"/>
          </a:p>
        </p:txBody>
      </p:sp>
      <p:sp>
        <p:nvSpPr>
          <p:cNvPr id="5" name="TextBox 4">
            <a:extLst>
              <a:ext uri="{FF2B5EF4-FFF2-40B4-BE49-F238E27FC236}">
                <a16:creationId xmlns:a16="http://schemas.microsoft.com/office/drawing/2014/main" id="{14D79DB7-D28F-7016-9053-626BCFF41C54}"/>
              </a:ext>
            </a:extLst>
          </p:cNvPr>
          <p:cNvSpPr txBox="1"/>
          <p:nvPr/>
        </p:nvSpPr>
        <p:spPr>
          <a:xfrm>
            <a:off x="832104" y="2203704"/>
            <a:ext cx="8193024" cy="2585323"/>
          </a:xfrm>
          <a:prstGeom prst="rect">
            <a:avLst/>
          </a:prstGeom>
          <a:noFill/>
        </p:spPr>
        <p:txBody>
          <a:bodyPr wrap="square" rtlCol="0">
            <a:spAutoFit/>
          </a:bodyPr>
          <a:lstStyle/>
          <a:p>
            <a:pPr marL="342900" indent="-342900">
              <a:buFont typeface="+mj-lt"/>
              <a:buAutoNum type="arabicPeriod"/>
            </a:pPr>
            <a:r>
              <a:rPr lang="en-IN" dirty="0">
                <a:latin typeface="Rockwell" panose="02060603020205020403" pitchFamily="18" charset="0"/>
              </a:rPr>
              <a:t>M. Mondal, S. G. Chaudhuri, and P. Chatterjee,</a:t>
            </a:r>
            <a:br>
              <a:rPr lang="en-IN" dirty="0">
                <a:latin typeface="Rockwell" panose="02060603020205020403" pitchFamily="18" charset="0"/>
              </a:rPr>
            </a:br>
            <a:r>
              <a:rPr lang="en-IN" i="1" dirty="0">
                <a:latin typeface="Rockwell" panose="02060603020205020403" pitchFamily="18" charset="0"/>
              </a:rPr>
              <a:t>“Uniform Scattering of Robots on Alternate Nodes of a Grid,”</a:t>
            </a:r>
            <a:br>
              <a:rPr lang="en-IN" dirty="0">
                <a:latin typeface="Rockwell" panose="02060603020205020403" pitchFamily="18" charset="0"/>
              </a:rPr>
            </a:br>
            <a:r>
              <a:rPr lang="en-IN" dirty="0">
                <a:latin typeface="Rockwell" panose="02060603020205020403" pitchFamily="18" charset="0"/>
              </a:rPr>
              <a:t>Department of Information Technology, Jadavpur University, Kolkata, India.</a:t>
            </a:r>
          </a:p>
          <a:p>
            <a:pPr marL="342900" indent="-342900">
              <a:buFont typeface="+mj-lt"/>
              <a:buAutoNum type="arabicPeriod"/>
            </a:pPr>
            <a:r>
              <a:rPr lang="en-US" dirty="0">
                <a:latin typeface="Rockwell" panose="02060603020205020403" pitchFamily="18" charset="0"/>
              </a:rPr>
              <a:t>M. Dorigo and E. Şahin,</a:t>
            </a:r>
            <a:br>
              <a:rPr lang="en-US" dirty="0">
                <a:latin typeface="Rockwell" panose="02060603020205020403" pitchFamily="18" charset="0"/>
              </a:rPr>
            </a:br>
            <a:r>
              <a:rPr lang="en-US" i="1" dirty="0">
                <a:latin typeface="Rockwell" panose="02060603020205020403" pitchFamily="18" charset="0"/>
              </a:rPr>
              <a:t>“Swarm Robotics – A Review,”</a:t>
            </a:r>
            <a:r>
              <a:rPr lang="en-US" dirty="0">
                <a:latin typeface="Rockwell" panose="02060603020205020403" pitchFamily="18" charset="0"/>
              </a:rPr>
              <a:t> Springer, 2004.</a:t>
            </a:r>
          </a:p>
          <a:p>
            <a:pPr marL="342900" indent="-342900">
              <a:buFont typeface="+mj-lt"/>
              <a:buAutoNum type="arabicPeriod"/>
            </a:pPr>
            <a:r>
              <a:rPr lang="en-US" dirty="0">
                <a:latin typeface="Rockwell" panose="02060603020205020403" pitchFamily="18" charset="0"/>
              </a:rPr>
              <a:t>S. Das, P. Flocchini, G. </a:t>
            </a:r>
            <a:r>
              <a:rPr lang="en-US" dirty="0" err="1">
                <a:latin typeface="Rockwell" panose="02060603020205020403" pitchFamily="18" charset="0"/>
              </a:rPr>
              <a:t>Prencipe</a:t>
            </a:r>
            <a:r>
              <a:rPr lang="en-US" dirty="0">
                <a:latin typeface="Rockwell" panose="02060603020205020403" pitchFamily="18" charset="0"/>
              </a:rPr>
              <a:t>, “Uniform Scattering of Robots on a Grid,” </a:t>
            </a:r>
            <a:r>
              <a:rPr lang="en-US" i="1" dirty="0">
                <a:latin typeface="Rockwell" panose="02060603020205020403" pitchFamily="18" charset="0"/>
              </a:rPr>
              <a:t>Proceedings of the International Conference on Distributed Computing Systems</a:t>
            </a:r>
            <a:r>
              <a:rPr lang="en-US" dirty="0">
                <a:latin typeface="Rockwell" panose="02060603020205020403" pitchFamily="18" charset="0"/>
              </a:rPr>
              <a:t>, IEEE.</a:t>
            </a:r>
            <a:endParaRPr lang="en-IN" dirty="0">
              <a:latin typeface="Rockwell" panose="02060603020205020403" pitchFamily="18" charset="0"/>
            </a:endParaRPr>
          </a:p>
        </p:txBody>
      </p:sp>
      <p:pic>
        <p:nvPicPr>
          <p:cNvPr id="9" name="Picture 8" descr="A person holding a phone next to a robot&#10;&#10;AI-generated content may be incorrect.">
            <a:extLst>
              <a:ext uri="{FF2B5EF4-FFF2-40B4-BE49-F238E27FC236}">
                <a16:creationId xmlns:a16="http://schemas.microsoft.com/office/drawing/2014/main" id="{56B7D101-2034-D8DF-32B8-BE1FA9A3931C}"/>
              </a:ext>
            </a:extLst>
          </p:cNvPr>
          <p:cNvPicPr>
            <a:picLocks noChangeAspect="1"/>
          </p:cNvPicPr>
          <p:nvPr/>
        </p:nvPicPr>
        <p:blipFill>
          <a:blip r:embed="rId3"/>
          <a:stretch>
            <a:fillRect/>
          </a:stretch>
        </p:blipFill>
        <p:spPr>
          <a:xfrm>
            <a:off x="8949081" y="2203704"/>
            <a:ext cx="2580703" cy="2580703"/>
          </a:xfrm>
          <a:prstGeom prst="rect">
            <a:avLst/>
          </a:prstGeom>
        </p:spPr>
      </p:pic>
    </p:spTree>
    <p:extLst>
      <p:ext uri="{BB962C8B-B14F-4D97-AF65-F5344CB8AC3E}">
        <p14:creationId xmlns:p14="http://schemas.microsoft.com/office/powerpoint/2010/main" val="4105559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750"/>
                                        <p:tgtEl>
                                          <p:spTgt spid="2"/>
                                        </p:tgtEl>
                                      </p:cBhvr>
                                    </p:animEffect>
                                  </p:childTnLst>
                                </p:cTn>
                              </p:par>
                            </p:childTnLst>
                          </p:cTn>
                        </p:par>
                        <p:par>
                          <p:cTn id="8" fill="hold">
                            <p:stCondLst>
                              <p:cond delay="75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Title 187">
            <a:extLst>
              <a:ext uri="{FF2B5EF4-FFF2-40B4-BE49-F238E27FC236}">
                <a16:creationId xmlns:a16="http://schemas.microsoft.com/office/drawing/2014/main" id="{B8BBB46D-7535-758B-7C25-1ECF58342901}"/>
              </a:ext>
            </a:extLst>
          </p:cNvPr>
          <p:cNvSpPr>
            <a:spLocks noGrp="1"/>
          </p:cNvSpPr>
          <p:nvPr>
            <p:ph type="ctrTitle"/>
          </p:nvPr>
        </p:nvSpPr>
        <p:spPr>
          <a:xfrm>
            <a:off x="4454987" y="2677498"/>
            <a:ext cx="5394416" cy="1049764"/>
          </a:xfrm>
          <a:effectLst>
            <a:outerShdw blurRad="50800" dist="38100" algn="l" rotWithShape="0">
              <a:prstClr val="black">
                <a:alpha val="40000"/>
              </a:prstClr>
            </a:outerShdw>
          </a:effectLst>
        </p:spPr>
        <p:txBody>
          <a:bodyPr>
            <a:normAutofit/>
          </a:bodyPr>
          <a:lstStyle/>
          <a:p>
            <a:pPr marL="0" indent="0">
              <a:lnSpc>
                <a:spcPts val="7700"/>
              </a:lnSpc>
            </a:pPr>
            <a:r>
              <a:rPr lang="en-US" sz="4800" b="1" dirty="0">
                <a:solidFill>
                  <a:schemeClr val="tx1"/>
                </a:solidFill>
                <a:latin typeface="Cambria" panose="02040503050406030204" pitchFamily="18" charset="0"/>
                <a:ea typeface="Cambria" panose="02040503050406030204" pitchFamily="18" charset="0"/>
                <a:cs typeface="思源黑体-思源黑体-ExtraBold" pitchFamily="34" charset="-120"/>
              </a:rPr>
              <a:t>Any Questions?</a:t>
            </a:r>
            <a:endParaRPr lang="en-US" sz="4800" b="1" dirty="0">
              <a:solidFill>
                <a:schemeClr val="tx1"/>
              </a:solidFill>
              <a:latin typeface="Cambria" panose="02040503050406030204" pitchFamily="18" charset="0"/>
              <a:ea typeface="Cambria" panose="02040503050406030204" pitchFamily="18" charset="0"/>
            </a:endParaRPr>
          </a:p>
        </p:txBody>
      </p:sp>
      <p:sp>
        <p:nvSpPr>
          <p:cNvPr id="7" name="Slide Number Placeholder 6">
            <a:extLst>
              <a:ext uri="{FF2B5EF4-FFF2-40B4-BE49-F238E27FC236}">
                <a16:creationId xmlns:a16="http://schemas.microsoft.com/office/drawing/2014/main" id="{12453FBA-EC36-F4DC-A25A-453D9702D731}"/>
              </a:ext>
            </a:extLst>
          </p:cNvPr>
          <p:cNvSpPr>
            <a:spLocks noGrp="1"/>
          </p:cNvSpPr>
          <p:nvPr>
            <p:ph type="sldNum" sz="quarter" idx="4"/>
          </p:nvPr>
        </p:nvSpPr>
        <p:spPr/>
        <p:txBody>
          <a:bodyPr/>
          <a:lstStyle/>
          <a:p>
            <a:fld id="{D57F1E4F-1CFF-5643-939E-02111984F565}" type="slidenum">
              <a:rPr lang="en-US" smtClean="0"/>
              <a:pPr/>
              <a:t>31</a:t>
            </a:fld>
            <a:endParaRPr lang="en-US" dirty="0"/>
          </a:p>
        </p:txBody>
      </p:sp>
    </p:spTree>
    <p:extLst>
      <p:ext uri="{BB962C8B-B14F-4D97-AF65-F5344CB8AC3E}">
        <p14:creationId xmlns:p14="http://schemas.microsoft.com/office/powerpoint/2010/main" val="1571737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8"/>
                                        </p:tgtEl>
                                        <p:attrNameLst>
                                          <p:attrName>style.visibility</p:attrName>
                                        </p:attrNameLst>
                                      </p:cBhvr>
                                      <p:to>
                                        <p:strVal val="visible"/>
                                      </p:to>
                                    </p:set>
                                    <p:animEffect transition="in" filter="wipe(left)">
                                      <p:cBhvr>
                                        <p:cTn id="7" dur="500"/>
                                        <p:tgtEl>
                                          <p:spTgt spid="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AD6C5-B329-528B-54DE-FA6EED00A5EF}"/>
            </a:ext>
          </a:extLst>
        </p:cNvPr>
        <p:cNvGrpSpPr/>
        <p:nvPr/>
      </p:nvGrpSpPr>
      <p:grpSpPr>
        <a:xfrm>
          <a:off x="0" y="0"/>
          <a:ext cx="0" cy="0"/>
          <a:chOff x="0" y="0"/>
          <a:chExt cx="0" cy="0"/>
        </a:xfrm>
      </p:grpSpPr>
      <p:sp>
        <p:nvSpPr>
          <p:cNvPr id="188" name="Title 187">
            <a:extLst>
              <a:ext uri="{FF2B5EF4-FFF2-40B4-BE49-F238E27FC236}">
                <a16:creationId xmlns:a16="http://schemas.microsoft.com/office/drawing/2014/main" id="{1486E627-9B55-2EDC-53E7-C50DE4418BE9}"/>
              </a:ext>
            </a:extLst>
          </p:cNvPr>
          <p:cNvSpPr>
            <a:spLocks noGrp="1"/>
          </p:cNvSpPr>
          <p:nvPr>
            <p:ph type="ctrTitle"/>
          </p:nvPr>
        </p:nvSpPr>
        <p:spPr>
          <a:xfrm>
            <a:off x="1777325" y="1549739"/>
            <a:ext cx="10306050" cy="3371850"/>
          </a:xfrm>
        </p:spPr>
        <p:txBody>
          <a:bodyPr>
            <a:normAutofit/>
          </a:bodyPr>
          <a:lstStyle/>
          <a:p>
            <a:pPr marL="0" indent="0">
              <a:lnSpc>
                <a:spcPts val="7700"/>
              </a:lnSpc>
            </a:pPr>
            <a:r>
              <a:rPr lang="en-US" dirty="0">
                <a:ln>
                  <a:solidFill>
                    <a:schemeClr val="tx1"/>
                  </a:solidFill>
                </a:ln>
                <a:solidFill>
                  <a:schemeClr val="tx1"/>
                </a:solidFill>
                <a:effectLst>
                  <a:outerShdw blurRad="50800" dist="38100" dir="5400000" algn="t" rotWithShape="0">
                    <a:prstClr val="black">
                      <a:alpha val="40000"/>
                    </a:prstClr>
                  </a:outerShdw>
                </a:effectLst>
                <a:latin typeface="Sitka Small" pitchFamily="2" charset="0"/>
                <a:ea typeface="思源黑体-思源黑体-ExtraBold" pitchFamily="34" charset="-122"/>
                <a:cs typeface="思源黑体-思源黑体-ExtraBold" pitchFamily="34" charset="-120"/>
              </a:rPr>
              <a:t>Thank You for Listening</a:t>
            </a:r>
            <a:endParaRPr lang="en-US" dirty="0">
              <a:ln>
                <a:solidFill>
                  <a:schemeClr val="tx1"/>
                </a:solidFill>
              </a:ln>
              <a:solidFill>
                <a:schemeClr val="tx1"/>
              </a:solidFill>
              <a:effectLst>
                <a:outerShdw blurRad="50800" dist="38100" dir="5400000" algn="t" rotWithShape="0">
                  <a:prstClr val="black">
                    <a:alpha val="40000"/>
                  </a:prstClr>
                </a:outerShdw>
              </a:effectLst>
              <a:latin typeface="Sitka Small" pitchFamily="2" charset="0"/>
            </a:endParaRPr>
          </a:p>
        </p:txBody>
      </p:sp>
      <p:sp>
        <p:nvSpPr>
          <p:cNvPr id="7" name="Slide Number Placeholder 6">
            <a:extLst>
              <a:ext uri="{FF2B5EF4-FFF2-40B4-BE49-F238E27FC236}">
                <a16:creationId xmlns:a16="http://schemas.microsoft.com/office/drawing/2014/main" id="{3FADE1E7-DFB3-5F8D-9E11-B2C9C5E58155}"/>
              </a:ext>
            </a:extLst>
          </p:cNvPr>
          <p:cNvSpPr>
            <a:spLocks noGrp="1"/>
          </p:cNvSpPr>
          <p:nvPr>
            <p:ph type="sldNum" sz="quarter" idx="4"/>
          </p:nvPr>
        </p:nvSpPr>
        <p:spPr/>
        <p:txBody>
          <a:bodyPr/>
          <a:lstStyle/>
          <a:p>
            <a:fld id="{D57F1E4F-1CFF-5643-939E-02111984F565}" type="slidenum">
              <a:rPr lang="en-US" smtClean="0"/>
              <a:pPr/>
              <a:t>32</a:t>
            </a:fld>
            <a:endParaRPr lang="en-US" dirty="0"/>
          </a:p>
        </p:txBody>
      </p:sp>
    </p:spTree>
    <p:extLst>
      <p:ext uri="{BB962C8B-B14F-4D97-AF65-F5344CB8AC3E}">
        <p14:creationId xmlns:p14="http://schemas.microsoft.com/office/powerpoint/2010/main" val="661337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88"/>
                                        </p:tgtEl>
                                        <p:attrNameLst>
                                          <p:attrName>style.visibility</p:attrName>
                                        </p:attrNameLst>
                                      </p:cBhvr>
                                      <p:to>
                                        <p:strVal val="visible"/>
                                      </p:to>
                                    </p:set>
                                    <p:animEffect transition="in" filter="fade">
                                      <p:cBhvr>
                                        <p:cTn id="7" dur="1000"/>
                                        <p:tgtEl>
                                          <p:spTgt spid="188"/>
                                        </p:tgtEl>
                                      </p:cBhvr>
                                    </p:animEffect>
                                    <p:anim calcmode="lin" valueType="num">
                                      <p:cBhvr>
                                        <p:cTn id="8" dur="1000" fill="hold"/>
                                        <p:tgtEl>
                                          <p:spTgt spid="188"/>
                                        </p:tgtEl>
                                        <p:attrNameLst>
                                          <p:attrName>ppt_x</p:attrName>
                                        </p:attrNameLst>
                                      </p:cBhvr>
                                      <p:tavLst>
                                        <p:tav tm="0">
                                          <p:val>
                                            <p:strVal val="#ppt_x"/>
                                          </p:val>
                                        </p:tav>
                                        <p:tav tm="100000">
                                          <p:val>
                                            <p:strVal val="#ppt_x"/>
                                          </p:val>
                                        </p:tav>
                                      </p:tavLst>
                                    </p:anim>
                                    <p:anim calcmode="lin" valueType="num">
                                      <p:cBhvr>
                                        <p:cTn id="9" dur="1000" fill="hold"/>
                                        <p:tgtEl>
                                          <p:spTgt spid="18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C1C93EF2-4785-427F-84A5-F1666490E9C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AB3ADB7-DE74-4AAA-B54E-3DA3F0193F54}">
  <ds:schemaRefs>
    <ds:schemaRef ds:uri="http://purl.org/dc/terms/"/>
    <ds:schemaRef ds:uri="http://schemas.microsoft.com/office/2006/documentManagement/types"/>
    <ds:schemaRef ds:uri="http://schemas.microsoft.com/office/2006/metadata/properties"/>
    <ds:schemaRef ds:uri="http://www.w3.org/XML/1998/namespace"/>
    <ds:schemaRef ds:uri="71af3243-3dd4-4a8d-8c0d-dd76da1f02a5"/>
    <ds:schemaRef ds:uri="http://schemas.microsoft.com/office/infopath/2007/PartnerControls"/>
    <ds:schemaRef ds:uri="http://schemas.openxmlformats.org/package/2006/metadata/core-properties"/>
    <ds:schemaRef ds:uri="230e9df3-be65-4c73-a93b-d1236ebd677e"/>
    <ds:schemaRef ds:uri="http://schemas.microsoft.com/sharepoint/v3"/>
    <ds:schemaRef ds:uri="16c05727-aa75-4e4a-9b5f-8a80a1165891"/>
    <ds:schemaRef ds:uri="http://purl.org/dc/dcmitype/"/>
    <ds:schemaRef ds:uri="http://purl.org/dc/elements/1.1/"/>
  </ds:schemaRefs>
</ds:datastoreItem>
</file>

<file path=customXml/itemProps2.xml><?xml version="1.0" encoding="utf-8"?>
<ds:datastoreItem xmlns:ds="http://schemas.openxmlformats.org/officeDocument/2006/customXml" ds:itemID="{9CFA53FE-7FFB-4B01-8329-4A11334925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FAF9574-7A06-4C8D-A3A0-6246119CBA90}">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Integral</Template>
  <TotalTime>2047</TotalTime>
  <Words>2186</Words>
  <Application>Microsoft Office PowerPoint</Application>
  <PresentationFormat>Widescreen</PresentationFormat>
  <Paragraphs>219</Paragraphs>
  <Slides>32</Slides>
  <Notes>18</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32</vt:i4>
      </vt:variant>
    </vt:vector>
  </HeadingPairs>
  <TitlesOfParts>
    <vt:vector size="45" baseType="lpstr">
      <vt:lpstr>Aptos</vt:lpstr>
      <vt:lpstr>Arial</vt:lpstr>
      <vt:lpstr>Calibri</vt:lpstr>
      <vt:lpstr>Cambria</vt:lpstr>
      <vt:lpstr>Cambria Math</vt:lpstr>
      <vt:lpstr>Comic Sans MS</vt:lpstr>
      <vt:lpstr>Rockwell</vt:lpstr>
      <vt:lpstr>Sitka Small</vt:lpstr>
      <vt:lpstr>Tw Cen MT</vt:lpstr>
      <vt:lpstr>Tw Cen MT Condensed</vt:lpstr>
      <vt:lpstr>Wingdings</vt:lpstr>
      <vt:lpstr>Wingdings 3</vt:lpstr>
      <vt:lpstr>Integral</vt:lpstr>
      <vt:lpstr>PowerPoint Presentation</vt:lpstr>
      <vt:lpstr>PowerPoint Presentation</vt:lpstr>
      <vt:lpstr>Introduction</vt:lpstr>
      <vt:lpstr>Problem Definition</vt:lpstr>
      <vt:lpstr>PowerPoint Presentation</vt:lpstr>
      <vt:lpstr>Previous Work Overview</vt:lpstr>
      <vt:lpstr>Robot Model &amp; Assumptions</vt:lpstr>
      <vt:lpstr>System framework</vt:lpstr>
      <vt:lpstr>MAIN Algorithm</vt:lpstr>
      <vt:lpstr>PowerPoint Presentation</vt:lpstr>
      <vt:lpstr>PowerPoint Presentation</vt:lpstr>
      <vt:lpstr>Supporting Algorithms</vt:lpstr>
      <vt:lpstr>Supporting Algorithms</vt:lpstr>
      <vt:lpstr>Supporting Algorithms</vt:lpstr>
      <vt:lpstr>Supporting Algorithms</vt:lpstr>
      <vt:lpstr>Modified Main Algorithm</vt:lpstr>
      <vt:lpstr>Illustrative Example</vt:lpstr>
      <vt:lpstr>Illustrative Example</vt:lpstr>
      <vt:lpstr>Illustrative Example</vt:lpstr>
      <vt:lpstr>Algorithms Implementation Mechanics </vt:lpstr>
      <vt:lpstr>Algorithms Implementation Mechanics </vt:lpstr>
      <vt:lpstr>Algorithms Implementation Mechanics </vt:lpstr>
      <vt:lpstr>Algorithms Implementation Mechanics </vt:lpstr>
      <vt:lpstr>Simulation</vt:lpstr>
      <vt:lpstr>CORRECTNESS</vt:lpstr>
      <vt:lpstr>CORRECTNESS</vt:lpstr>
      <vt:lpstr>Use cases</vt:lpstr>
      <vt:lpstr>Future scope</vt:lpstr>
      <vt:lpstr>conclusion</vt:lpstr>
      <vt:lpstr>references</vt:lpstr>
      <vt:lpstr>Any Questions?</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Subhadip Sinha</dc:creator>
  <cp:lastModifiedBy>Subhadip Sinha</cp:lastModifiedBy>
  <cp:revision>38</cp:revision>
  <dcterms:created xsi:type="dcterms:W3CDTF">2025-12-14T16:47:56Z</dcterms:created>
  <dcterms:modified xsi:type="dcterms:W3CDTF">2026-06-02T06:15:35Z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